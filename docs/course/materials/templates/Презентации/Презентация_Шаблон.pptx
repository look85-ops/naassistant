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  <p:sldMasterId id="2147483689" r:id="rId2"/>
    <p:sldMasterId id="2147483691" r:id="rId3"/>
    <p:sldMasterId id="2147483693" r:id="rId4"/>
  </p:sldMasterIdLst>
  <p:notesMasterIdLst>
    <p:notesMasterId r:id="rId11"/>
  </p:notesMasterIdLst>
  <p:sldIdLst>
    <p:sldId id="264" r:id="rId5"/>
    <p:sldId id="265" r:id="rId6"/>
    <p:sldId id="268" r:id="rId7"/>
    <p:sldId id="262" r:id="rId8"/>
    <p:sldId id="267" r:id="rId9"/>
    <p:sldId id="269" r:id="rId10"/>
  </p:sldIdLst>
  <p:sldSz cx="20320000" cy="11430000"/>
  <p:notesSz cx="6797675" cy="9926638"/>
  <p:defaultTextStyle>
    <a:defPPr>
      <a:defRPr lang="en-US"/>
    </a:defPPr>
    <a:lvl1pPr marL="0" algn="l" defTabSz="1426464" rtl="0" eaLnBrk="1" latinLnBrk="0" hangingPunct="1">
      <a:defRPr sz="2808" kern="1200">
        <a:solidFill>
          <a:schemeClr val="tx1"/>
        </a:solidFill>
        <a:latin typeface="+mn-lt"/>
        <a:ea typeface="+mn-ea"/>
        <a:cs typeface="+mn-cs"/>
      </a:defRPr>
    </a:lvl1pPr>
    <a:lvl2pPr marL="713232" algn="l" defTabSz="1426464" rtl="0" eaLnBrk="1" latinLnBrk="0" hangingPunct="1">
      <a:defRPr sz="2808" kern="1200">
        <a:solidFill>
          <a:schemeClr val="tx1"/>
        </a:solidFill>
        <a:latin typeface="+mn-lt"/>
        <a:ea typeface="+mn-ea"/>
        <a:cs typeface="+mn-cs"/>
      </a:defRPr>
    </a:lvl2pPr>
    <a:lvl3pPr marL="1426464" algn="l" defTabSz="1426464" rtl="0" eaLnBrk="1" latinLnBrk="0" hangingPunct="1">
      <a:defRPr sz="2808" kern="1200">
        <a:solidFill>
          <a:schemeClr val="tx1"/>
        </a:solidFill>
        <a:latin typeface="+mn-lt"/>
        <a:ea typeface="+mn-ea"/>
        <a:cs typeface="+mn-cs"/>
      </a:defRPr>
    </a:lvl3pPr>
    <a:lvl4pPr marL="2139696" algn="l" defTabSz="1426464" rtl="0" eaLnBrk="1" latinLnBrk="0" hangingPunct="1">
      <a:defRPr sz="2808" kern="1200">
        <a:solidFill>
          <a:schemeClr val="tx1"/>
        </a:solidFill>
        <a:latin typeface="+mn-lt"/>
        <a:ea typeface="+mn-ea"/>
        <a:cs typeface="+mn-cs"/>
      </a:defRPr>
    </a:lvl4pPr>
    <a:lvl5pPr marL="2852928" algn="l" defTabSz="1426464" rtl="0" eaLnBrk="1" latinLnBrk="0" hangingPunct="1">
      <a:defRPr sz="2808" kern="1200">
        <a:solidFill>
          <a:schemeClr val="tx1"/>
        </a:solidFill>
        <a:latin typeface="+mn-lt"/>
        <a:ea typeface="+mn-ea"/>
        <a:cs typeface="+mn-cs"/>
      </a:defRPr>
    </a:lvl5pPr>
    <a:lvl6pPr marL="3566160" algn="l" defTabSz="1426464" rtl="0" eaLnBrk="1" latinLnBrk="0" hangingPunct="1">
      <a:defRPr sz="2808" kern="1200">
        <a:solidFill>
          <a:schemeClr val="tx1"/>
        </a:solidFill>
        <a:latin typeface="+mn-lt"/>
        <a:ea typeface="+mn-ea"/>
        <a:cs typeface="+mn-cs"/>
      </a:defRPr>
    </a:lvl6pPr>
    <a:lvl7pPr marL="4279392" algn="l" defTabSz="1426464" rtl="0" eaLnBrk="1" latinLnBrk="0" hangingPunct="1">
      <a:defRPr sz="2808" kern="1200">
        <a:solidFill>
          <a:schemeClr val="tx1"/>
        </a:solidFill>
        <a:latin typeface="+mn-lt"/>
        <a:ea typeface="+mn-ea"/>
        <a:cs typeface="+mn-cs"/>
      </a:defRPr>
    </a:lvl7pPr>
    <a:lvl8pPr marL="4992624" algn="l" defTabSz="1426464" rtl="0" eaLnBrk="1" latinLnBrk="0" hangingPunct="1">
      <a:defRPr sz="2808" kern="1200">
        <a:solidFill>
          <a:schemeClr val="tx1"/>
        </a:solidFill>
        <a:latin typeface="+mn-lt"/>
        <a:ea typeface="+mn-ea"/>
        <a:cs typeface="+mn-cs"/>
      </a:defRPr>
    </a:lvl8pPr>
    <a:lvl9pPr marL="5705856" algn="l" defTabSz="1426464" rtl="0" eaLnBrk="1" latinLnBrk="0" hangingPunct="1">
      <a:defRPr sz="28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89" userDrawn="1">
          <p15:clr>
            <a:srgbClr val="A4A3A4"/>
          </p15:clr>
        </p15:guide>
        <p15:guide id="2" pos="3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62"/>
    <a:srgbClr val="D22630"/>
    <a:srgbClr val="115E67"/>
    <a:srgbClr val="231F20"/>
    <a:srgbClr val="939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1" autoAdjust="0"/>
    <p:restoredTop sz="82282" autoAdjust="0"/>
  </p:normalViewPr>
  <p:slideViewPr>
    <p:cSldViewPr snapToGrid="0" snapToObjects="1" showGuides="1">
      <p:cViewPr varScale="1">
        <p:scale>
          <a:sx n="36" d="100"/>
          <a:sy n="36" d="100"/>
        </p:scale>
        <p:origin x="72" y="582"/>
      </p:cViewPr>
      <p:guideLst>
        <p:guide orient="horz" pos="6889"/>
        <p:guide pos="3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0DE9F-1F05-4040-9D70-790A98C9E0CD}" type="datetimeFigureOut">
              <a:rPr lang="ru-RU" smtClean="0"/>
              <a:t>23.01.2019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3315F-6546-4D35-947B-1C321621B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4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>
                <a:latin typeface="Mont" panose="00000700000000000000" pitchFamily="50" charset="0"/>
              </a:rPr>
              <a:t>Шаблон-пример Титульного слайда:</a:t>
            </a:r>
          </a:p>
          <a:p>
            <a:endParaRPr lang="ru-RU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Шрифт ЗАГОЛОВКА: </a:t>
            </a:r>
            <a:r>
              <a:rPr lang="en-US" dirty="0" smtClean="0">
                <a:latin typeface="Mont Heavy DEMO" panose="00000A00000000000000" pitchFamily="50" charset="0"/>
              </a:rPr>
              <a:t>Mont Heavy DEMO</a:t>
            </a:r>
            <a:r>
              <a:rPr lang="ru-RU" dirty="0" smtClean="0">
                <a:latin typeface="Mont" panose="00000700000000000000" pitchFamily="50" charset="0"/>
              </a:rPr>
              <a:t>. Размер 48 </a:t>
            </a:r>
            <a:r>
              <a:rPr lang="en-US" dirty="0" err="1" smtClean="0">
                <a:latin typeface="Mont" panose="00000700000000000000" pitchFamily="50" charset="0"/>
              </a:rPr>
              <a:t>pt</a:t>
            </a:r>
            <a:r>
              <a:rPr lang="ru-RU" dirty="0" smtClean="0">
                <a:latin typeface="Mont" panose="00000700000000000000" pitchFamily="50" charset="0"/>
              </a:rPr>
              <a:t> (при длинном</a:t>
            </a:r>
            <a:r>
              <a:rPr lang="ru-RU" baseline="0" dirty="0" smtClean="0">
                <a:latin typeface="Mont" panose="00000700000000000000" pitchFamily="50" charset="0"/>
              </a:rPr>
              <a:t> названии, размер шрифта можно уменьшать пропорционально размеру </a:t>
            </a:r>
            <a:r>
              <a:rPr lang="ru-RU" b="1" baseline="0" dirty="0" smtClean="0">
                <a:latin typeface="Mont" panose="00000700000000000000" pitchFamily="50" charset="0"/>
              </a:rPr>
              <a:t>поля</a:t>
            </a:r>
            <a:r>
              <a:rPr lang="ru-RU" baseline="0" dirty="0" smtClean="0">
                <a:latin typeface="Mont" panose="00000700000000000000" pitchFamily="50" charset="0"/>
              </a:rPr>
              <a:t> заголовка</a:t>
            </a:r>
            <a:r>
              <a:rPr lang="ru-RU" dirty="0" smtClean="0">
                <a:latin typeface="Mont" panose="00000700000000000000" pitchFamily="50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>
                <a:latin typeface="Mont" panose="00000700000000000000" pitchFamily="50" charset="0"/>
              </a:rPr>
              <a:t>Поля: размер и положение</a:t>
            </a:r>
            <a:r>
              <a:rPr lang="ru-RU" baseline="0" dirty="0" smtClean="0">
                <a:latin typeface="Mont" panose="00000700000000000000" pitchFamily="50" charset="0"/>
              </a:rPr>
              <a:t> на слайде не подлежит изменению</a:t>
            </a:r>
            <a:endParaRPr lang="ru-RU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Цвет шрифта: </a:t>
            </a:r>
            <a:r>
              <a:rPr lang="en-US" dirty="0" smtClean="0">
                <a:latin typeface="Mont" panose="00000700000000000000" pitchFamily="50" charset="0"/>
              </a:rPr>
              <a:t>RGB</a:t>
            </a:r>
            <a:r>
              <a:rPr lang="ru-RU" dirty="0" smtClean="0">
                <a:latin typeface="Mont" panose="00000700000000000000" pitchFamily="50" charset="0"/>
              </a:rPr>
              <a:t> 0 49 98</a:t>
            </a:r>
          </a:p>
          <a:p>
            <a:r>
              <a:rPr lang="ru-RU" dirty="0" smtClean="0">
                <a:latin typeface="Mont" panose="00000700000000000000" pitchFamily="50" charset="0"/>
              </a:rPr>
              <a:t>Тип надписи: ВСЕ ПРОПИСНЫЕ (определяется в консоли инструментов «Регистр»)</a:t>
            </a:r>
          </a:p>
          <a:p>
            <a:r>
              <a:rPr lang="ru-RU" dirty="0" smtClean="0">
                <a:latin typeface="Mont" panose="00000700000000000000" pitchFamily="50" charset="0"/>
              </a:rPr>
              <a:t>Межстрочный интервал: одинарный</a:t>
            </a:r>
          </a:p>
          <a:p>
            <a:endParaRPr lang="ru-RU" dirty="0" smtClean="0">
              <a:latin typeface="Mont" panose="00000700000000000000" pitchFamily="50" charset="0"/>
            </a:endParaRPr>
          </a:p>
          <a:p>
            <a:r>
              <a:rPr lang="ru-RU" dirty="0" smtClean="0"/>
              <a:t>При формировании</a:t>
            </a:r>
            <a:r>
              <a:rPr lang="ru-RU" baseline="0" dirty="0" smtClean="0"/>
              <a:t> Титульного слайда синего цвета, наименование презентации оформляется белым цветом.</a:t>
            </a:r>
          </a:p>
          <a:p>
            <a:r>
              <a:rPr lang="ru-RU" baseline="0" dirty="0" smtClean="0"/>
              <a:t>Логотипы и паттерны, размещенные на Титульном и содержательных слайдах не подлежат перемещению.</a:t>
            </a:r>
          </a:p>
          <a:p>
            <a:endParaRPr lang="ru-RU" dirty="0">
              <a:latin typeface="Mont" panose="00000700000000000000" pitchFamily="50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3315F-6546-4D35-947B-1C321621B85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825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>
                <a:latin typeface="Mont" panose="00000700000000000000" pitchFamily="50" charset="0"/>
              </a:rPr>
              <a:t>Шаблон-пример Титульного слайда:</a:t>
            </a:r>
          </a:p>
          <a:p>
            <a:endParaRPr lang="ru-RU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Шрифт ЗАГОЛОВКА: </a:t>
            </a:r>
            <a:r>
              <a:rPr lang="en-US" dirty="0" smtClean="0">
                <a:latin typeface="Mont Heavy DEMO" panose="00000A00000000000000" pitchFamily="50" charset="0"/>
              </a:rPr>
              <a:t>Mont Heavy DEMO</a:t>
            </a:r>
            <a:r>
              <a:rPr lang="ru-RU" dirty="0" smtClean="0">
                <a:latin typeface="Mont" panose="00000700000000000000" pitchFamily="50" charset="0"/>
              </a:rPr>
              <a:t>. Размер 48 </a:t>
            </a:r>
            <a:r>
              <a:rPr lang="en-US" dirty="0" err="1" smtClean="0">
                <a:latin typeface="Mont" panose="00000700000000000000" pitchFamily="50" charset="0"/>
              </a:rPr>
              <a:t>pt</a:t>
            </a:r>
            <a:r>
              <a:rPr lang="ru-RU" dirty="0" smtClean="0">
                <a:latin typeface="Mont" panose="00000700000000000000" pitchFamily="50" charset="0"/>
              </a:rPr>
              <a:t> (при длинном</a:t>
            </a:r>
            <a:r>
              <a:rPr lang="ru-RU" baseline="0" dirty="0" smtClean="0">
                <a:latin typeface="Mont" panose="00000700000000000000" pitchFamily="50" charset="0"/>
              </a:rPr>
              <a:t> названии, размер шрифта можно уменьшать пропорционально размеру </a:t>
            </a:r>
            <a:r>
              <a:rPr lang="ru-RU" b="1" baseline="0" dirty="0" smtClean="0">
                <a:latin typeface="Mont" panose="00000700000000000000" pitchFamily="50" charset="0"/>
              </a:rPr>
              <a:t>поля</a:t>
            </a:r>
            <a:r>
              <a:rPr lang="ru-RU" baseline="0" dirty="0" smtClean="0">
                <a:latin typeface="Mont" panose="00000700000000000000" pitchFamily="50" charset="0"/>
              </a:rPr>
              <a:t> заголовка</a:t>
            </a:r>
            <a:r>
              <a:rPr lang="ru-RU" dirty="0" smtClean="0">
                <a:latin typeface="Mont" panose="00000700000000000000" pitchFamily="50" charset="0"/>
              </a:rPr>
              <a:t>)</a:t>
            </a:r>
          </a:p>
          <a:p>
            <a:r>
              <a:rPr lang="ru-RU" dirty="0" smtClean="0">
                <a:latin typeface="Mont" panose="00000700000000000000" pitchFamily="50" charset="0"/>
              </a:rPr>
              <a:t>Поля: размер и положение</a:t>
            </a:r>
            <a:r>
              <a:rPr lang="ru-RU" baseline="0" dirty="0" smtClean="0">
                <a:latin typeface="Mont" panose="00000700000000000000" pitchFamily="50" charset="0"/>
              </a:rPr>
              <a:t> на слайде не подлежит изменению</a:t>
            </a:r>
            <a:endParaRPr lang="ru-RU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Цвет шрифта: белый  (</a:t>
            </a:r>
            <a:r>
              <a:rPr lang="en-US" dirty="0" smtClean="0">
                <a:latin typeface="Mont" panose="00000700000000000000" pitchFamily="50" charset="0"/>
              </a:rPr>
              <a:t>RGB</a:t>
            </a:r>
            <a:r>
              <a:rPr lang="ru-RU" dirty="0" smtClean="0">
                <a:latin typeface="Mont" panose="00000700000000000000" pitchFamily="50" charset="0"/>
              </a:rPr>
              <a:t> 0 0 0)</a:t>
            </a:r>
          </a:p>
          <a:p>
            <a:r>
              <a:rPr lang="ru-RU" dirty="0" smtClean="0">
                <a:latin typeface="Mont" panose="00000700000000000000" pitchFamily="50" charset="0"/>
              </a:rPr>
              <a:t>Тип надписи: ВСЕ ПРОПИСНЫЕ (определяется в консоли инструментов «Регистр»)</a:t>
            </a:r>
          </a:p>
          <a:p>
            <a:r>
              <a:rPr lang="ru-RU" dirty="0" smtClean="0">
                <a:latin typeface="Mont" panose="00000700000000000000" pitchFamily="50" charset="0"/>
              </a:rPr>
              <a:t>Межстрочный интервал: одинарный</a:t>
            </a:r>
          </a:p>
          <a:p>
            <a:endParaRPr lang="ru-RU" dirty="0" smtClean="0">
              <a:latin typeface="Mont" panose="00000700000000000000" pitchFamily="5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При формировании</a:t>
            </a:r>
            <a:r>
              <a:rPr lang="ru-RU" baseline="0" dirty="0" smtClean="0"/>
              <a:t> Титульного слайда белого цвета, наименование презентации оформляется синим цветом (</a:t>
            </a:r>
            <a:r>
              <a:rPr lang="en-US" dirty="0" smtClean="0">
                <a:latin typeface="Mont" panose="00000700000000000000" pitchFamily="50" charset="0"/>
              </a:rPr>
              <a:t>RGB</a:t>
            </a:r>
            <a:r>
              <a:rPr lang="ru-RU" dirty="0" smtClean="0">
                <a:latin typeface="Mont" panose="00000700000000000000" pitchFamily="50" charset="0"/>
              </a:rPr>
              <a:t> 0 49 98</a:t>
            </a:r>
            <a:r>
              <a:rPr lang="ru-RU" baseline="0" dirty="0" smtClean="0"/>
              <a:t>).</a:t>
            </a:r>
          </a:p>
          <a:p>
            <a:r>
              <a:rPr lang="ru-RU" baseline="0" dirty="0" smtClean="0"/>
              <a:t>Логотипы и паттерны, размещенные на Титульном и содержательных слайдах не подлежат перемещению.</a:t>
            </a:r>
          </a:p>
          <a:p>
            <a:endParaRPr lang="ru-RU" dirty="0" smtClean="0">
              <a:latin typeface="Mont" panose="00000700000000000000" pitchFamily="50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3315F-6546-4D35-947B-1C321621B85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7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>
                <a:latin typeface="Mont" panose="00000700000000000000" pitchFamily="50" charset="0"/>
              </a:rPr>
              <a:t>Оформление текста.</a:t>
            </a:r>
          </a:p>
          <a:p>
            <a:endParaRPr lang="ru-RU" baseline="0" dirty="0" smtClean="0">
              <a:latin typeface="Mont" panose="00000700000000000000" pitchFamily="50" charset="0"/>
            </a:endParaRPr>
          </a:p>
          <a:p>
            <a:r>
              <a:rPr lang="ru-RU" dirty="0" smtClean="0"/>
              <a:t>Шрифт: </a:t>
            </a:r>
            <a:r>
              <a:rPr lang="en-US" dirty="0" smtClean="0"/>
              <a:t>Mont Light (</a:t>
            </a:r>
            <a:r>
              <a:rPr lang="ru-RU" dirty="0" smtClean="0"/>
              <a:t>Основной текст), Размер 28 </a:t>
            </a:r>
            <a:r>
              <a:rPr lang="en-US" dirty="0" err="1" smtClean="0"/>
              <a:t>pt</a:t>
            </a:r>
            <a:r>
              <a:rPr lang="ru-RU" dirty="0" smtClean="0"/>
              <a:t> (Размер цифр – 66 </a:t>
            </a:r>
            <a:r>
              <a:rPr lang="en-US" dirty="0" err="1" smtClean="0"/>
              <a:t>pt</a:t>
            </a:r>
            <a:r>
              <a:rPr lang="ru-RU" dirty="0" smtClean="0"/>
              <a:t>, полужирный)</a:t>
            </a:r>
          </a:p>
          <a:p>
            <a:r>
              <a:rPr lang="ru-RU" dirty="0" smtClean="0">
                <a:latin typeface="Mont" panose="00000700000000000000" pitchFamily="50" charset="0"/>
              </a:rPr>
              <a:t>Цвет шрифта: Синий </a:t>
            </a:r>
            <a:r>
              <a:rPr lang="en-US" dirty="0" smtClean="0">
                <a:latin typeface="Mont" panose="00000700000000000000" pitchFamily="50" charset="0"/>
              </a:rPr>
              <a:t>RGB</a:t>
            </a:r>
            <a:r>
              <a:rPr lang="ru-RU" dirty="0" smtClean="0">
                <a:latin typeface="Mont" panose="00000700000000000000" pitchFamily="50" charset="0"/>
              </a:rPr>
              <a:t> 0 49 98</a:t>
            </a:r>
            <a:endParaRPr lang="en-US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Межстрочный интервал</a:t>
            </a:r>
            <a:r>
              <a:rPr lang="ru-RU" baseline="0" dirty="0" smtClean="0">
                <a:latin typeface="Mont" panose="00000700000000000000" pitchFamily="50" charset="0"/>
              </a:rPr>
              <a:t> - множитель</a:t>
            </a:r>
            <a:r>
              <a:rPr lang="ru-RU" dirty="0" smtClean="0">
                <a:latin typeface="Mont" panose="00000700000000000000" pitchFamily="50" charset="0"/>
              </a:rPr>
              <a:t> 0,8 </a:t>
            </a:r>
            <a:r>
              <a:rPr lang="en-US" dirty="0" err="1" smtClean="0">
                <a:latin typeface="Mont" panose="00000700000000000000" pitchFamily="50" charset="0"/>
              </a:rPr>
              <a:t>pt</a:t>
            </a:r>
            <a:endParaRPr lang="ru-RU" dirty="0" smtClean="0">
              <a:latin typeface="Mont" panose="00000700000000000000" pitchFamily="50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3315F-6546-4D35-947B-1C321621B85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249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Шаблон-пример оформления РАЗДЕЛИТЕЛЬНОГО слайда</a:t>
            </a:r>
          </a:p>
          <a:p>
            <a:endParaRPr lang="ru-RU" dirty="0" smtClean="0"/>
          </a:p>
          <a:p>
            <a:pPr marL="228600" indent="-228600">
              <a:buAutoNum type="arabicPeriod"/>
            </a:pPr>
            <a:r>
              <a:rPr lang="ru-RU" dirty="0" smtClean="0"/>
              <a:t>Наименование РАЗДЕЛА (Заголовок) – подразделы (при их наличии) не отображаются:</a:t>
            </a:r>
          </a:p>
          <a:p>
            <a:pPr marL="0" indent="0">
              <a:buNone/>
            </a:pPr>
            <a:endParaRPr lang="ru-RU" dirty="0" smtClean="0"/>
          </a:p>
          <a:p>
            <a:r>
              <a:rPr lang="ru-RU" dirty="0" smtClean="0"/>
              <a:t>Шрифт: </a:t>
            </a:r>
            <a:r>
              <a:rPr lang="en-US" dirty="0" smtClean="0"/>
              <a:t>Mont Bold</a:t>
            </a:r>
            <a:r>
              <a:rPr lang="ru-RU" dirty="0" smtClean="0"/>
              <a:t> (полужирный), Размер 48 </a:t>
            </a:r>
            <a:r>
              <a:rPr lang="en-US" dirty="0" err="1" smtClean="0"/>
              <a:t>pt</a:t>
            </a:r>
            <a:r>
              <a:rPr lang="ru-RU" dirty="0" smtClean="0"/>
              <a:t> </a:t>
            </a:r>
            <a:r>
              <a:rPr lang="ru-RU" dirty="0" smtClean="0">
                <a:latin typeface="Mont" panose="00000700000000000000" pitchFamily="50" charset="0"/>
              </a:rPr>
              <a:t>(при длинном</a:t>
            </a:r>
            <a:r>
              <a:rPr lang="ru-RU" baseline="0" dirty="0" smtClean="0">
                <a:latin typeface="Mont" panose="00000700000000000000" pitchFamily="50" charset="0"/>
              </a:rPr>
              <a:t> названии, ширина Поля может быть увеличена</a:t>
            </a:r>
            <a:r>
              <a:rPr lang="ru-RU" dirty="0" smtClean="0">
                <a:latin typeface="Mont" panose="00000700000000000000" pitchFamily="50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>
                <a:latin typeface="Mont" panose="00000700000000000000" pitchFamily="50" charset="0"/>
              </a:rPr>
              <a:t>Поле: недопустимо регулирование длины</a:t>
            </a:r>
            <a:r>
              <a:rPr lang="ru-RU" baseline="0" dirty="0" smtClean="0">
                <a:latin typeface="Mont" panose="00000700000000000000" pitchFamily="50" charset="0"/>
              </a:rPr>
              <a:t> и  позиций «вверх-вниз»</a:t>
            </a:r>
            <a:endParaRPr lang="ru-RU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Цвет шрифта: </a:t>
            </a:r>
            <a:r>
              <a:rPr lang="en-US" dirty="0" smtClean="0">
                <a:latin typeface="Mont" panose="00000700000000000000" pitchFamily="50" charset="0"/>
              </a:rPr>
              <a:t>RGB</a:t>
            </a:r>
            <a:r>
              <a:rPr lang="ru-RU" dirty="0" smtClean="0">
                <a:latin typeface="Mont" panose="00000700000000000000" pitchFamily="50" charset="0"/>
              </a:rPr>
              <a:t> Синий: 0 49 98</a:t>
            </a:r>
            <a:endParaRPr lang="en-US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Тип надписи: «Как</a:t>
            </a:r>
            <a:r>
              <a:rPr lang="ru-RU" baseline="0" dirty="0" smtClean="0">
                <a:latin typeface="Mont" panose="00000700000000000000" pitchFamily="50" charset="0"/>
              </a:rPr>
              <a:t> в предложениях» </a:t>
            </a:r>
            <a:r>
              <a:rPr lang="ru-RU" dirty="0" smtClean="0">
                <a:latin typeface="Mont" panose="00000700000000000000" pitchFamily="50" charset="0"/>
              </a:rPr>
              <a:t>(определяется в консоли инструментов «Регистр»)</a:t>
            </a:r>
          </a:p>
          <a:p>
            <a:r>
              <a:rPr lang="ru-RU" dirty="0" smtClean="0">
                <a:latin typeface="Mont" panose="00000700000000000000" pitchFamily="50" charset="0"/>
              </a:rPr>
              <a:t>Межстрочный интервал</a:t>
            </a:r>
            <a:r>
              <a:rPr lang="ru-RU" baseline="0" dirty="0" smtClean="0">
                <a:latin typeface="Mont" panose="00000700000000000000" pitchFamily="50" charset="0"/>
              </a:rPr>
              <a:t> - множитель</a:t>
            </a:r>
            <a:r>
              <a:rPr lang="ru-RU" dirty="0" smtClean="0">
                <a:latin typeface="Mont" panose="00000700000000000000" pitchFamily="50" charset="0"/>
              </a:rPr>
              <a:t> 1,15 </a:t>
            </a:r>
            <a:r>
              <a:rPr lang="en-US" dirty="0" err="1" smtClean="0">
                <a:latin typeface="Mont" panose="00000700000000000000" pitchFamily="50" charset="0"/>
              </a:rPr>
              <a:t>pt</a:t>
            </a:r>
            <a:endParaRPr lang="ru-RU" dirty="0" smtClean="0">
              <a:latin typeface="Mont" panose="00000700000000000000" pitchFamily="50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3315F-6546-4D35-947B-1C321621B85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166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Шаблон-пример оформления Текстового слайда</a:t>
            </a:r>
          </a:p>
          <a:p>
            <a:endParaRPr lang="ru-RU" dirty="0" smtClean="0"/>
          </a:p>
          <a:p>
            <a:pPr marL="228600" indent="-228600">
              <a:buAutoNum type="arabicPeriod"/>
            </a:pPr>
            <a:r>
              <a:rPr lang="ru-RU" dirty="0" smtClean="0"/>
              <a:t>Наименование </a:t>
            </a:r>
            <a:r>
              <a:rPr lang="ru-RU" dirty="0" err="1" smtClean="0"/>
              <a:t>ПОДраздела</a:t>
            </a:r>
            <a:r>
              <a:rPr lang="ru-RU" dirty="0" smtClean="0"/>
              <a:t> (Заголовок слайда)</a:t>
            </a:r>
            <a:r>
              <a:rPr lang="ru-RU" baseline="0" dirty="0" smtClean="0"/>
              <a:t> – см. описание выше. В заголовках указываются подразделы в соответствии со структурой рабочей программы (при наличии подразделов).</a:t>
            </a:r>
            <a:endParaRPr lang="ru-RU" dirty="0" smtClean="0"/>
          </a:p>
          <a:p>
            <a:endParaRPr lang="ru-RU" baseline="0" dirty="0" smtClean="0">
              <a:latin typeface="Mont" panose="00000700000000000000" pitchFamily="50" charset="0"/>
            </a:endParaRPr>
          </a:p>
          <a:p>
            <a:r>
              <a:rPr lang="ru-RU" baseline="0" dirty="0" smtClean="0">
                <a:latin typeface="Mont" panose="00000700000000000000" pitchFamily="50" charset="0"/>
              </a:rPr>
              <a:t>2. Оформление текста. Основной текст:</a:t>
            </a:r>
          </a:p>
          <a:p>
            <a:endParaRPr lang="ru-RU" baseline="0" dirty="0" smtClean="0">
              <a:latin typeface="Mont" panose="00000700000000000000" pitchFamily="50" charset="0"/>
            </a:endParaRPr>
          </a:p>
          <a:p>
            <a:r>
              <a:rPr lang="ru-RU" baseline="0" dirty="0" smtClean="0">
                <a:latin typeface="Mont" panose="00000700000000000000" pitchFamily="50" charset="0"/>
              </a:rPr>
              <a:t>Количество текста на слайде: 7 +/- 2 строки</a:t>
            </a:r>
          </a:p>
          <a:p>
            <a:r>
              <a:rPr lang="ru-RU" dirty="0" smtClean="0"/>
              <a:t>Шрифт: </a:t>
            </a:r>
            <a:r>
              <a:rPr lang="en-US" dirty="0" smtClean="0"/>
              <a:t>Mont Light (</a:t>
            </a:r>
            <a:r>
              <a:rPr lang="ru-RU" dirty="0" smtClean="0"/>
              <a:t>Основной текст), Размер 32 </a:t>
            </a:r>
            <a:r>
              <a:rPr lang="en-US" dirty="0" err="1" smtClean="0"/>
              <a:t>pt</a:t>
            </a:r>
            <a:r>
              <a:rPr lang="ru-RU" dirty="0" smtClean="0"/>
              <a:t>  (допустимо регулирование размера шрифта в сторону увеличения в зависимости от количества текста на слайде)</a:t>
            </a:r>
          </a:p>
          <a:p>
            <a:r>
              <a:rPr lang="ru-RU" dirty="0" smtClean="0">
                <a:latin typeface="Mont" panose="00000700000000000000" pitchFamily="50" charset="0"/>
              </a:rPr>
              <a:t>Поле: текст не должен занимать более 2/3 слайда по длине.</a:t>
            </a:r>
          </a:p>
          <a:p>
            <a:r>
              <a:rPr lang="ru-RU" dirty="0" smtClean="0">
                <a:latin typeface="Mont" panose="00000700000000000000" pitchFamily="50" charset="0"/>
              </a:rPr>
              <a:t>Цвет шрифта: Черный </a:t>
            </a:r>
            <a:r>
              <a:rPr lang="en-US" dirty="0" smtClean="0">
                <a:latin typeface="Mont" panose="00000700000000000000" pitchFamily="50" charset="0"/>
              </a:rPr>
              <a:t>RGB</a:t>
            </a:r>
            <a:r>
              <a:rPr lang="ru-RU" dirty="0" smtClean="0">
                <a:latin typeface="Mont" panose="00000700000000000000" pitchFamily="50" charset="0"/>
              </a:rPr>
              <a:t> 0 0 0</a:t>
            </a:r>
            <a:endParaRPr lang="en-US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Межстрочный интервал</a:t>
            </a:r>
            <a:r>
              <a:rPr lang="ru-RU" baseline="0" dirty="0" smtClean="0">
                <a:latin typeface="Mont" panose="00000700000000000000" pitchFamily="50" charset="0"/>
              </a:rPr>
              <a:t> - множитель</a:t>
            </a:r>
            <a:r>
              <a:rPr lang="ru-RU" dirty="0" smtClean="0">
                <a:latin typeface="Mont" panose="00000700000000000000" pitchFamily="50" charset="0"/>
              </a:rPr>
              <a:t> 1,15 </a:t>
            </a:r>
            <a:r>
              <a:rPr lang="en-US" dirty="0" err="1" smtClean="0">
                <a:latin typeface="Mont" panose="00000700000000000000" pitchFamily="50" charset="0"/>
              </a:rPr>
              <a:t>pt</a:t>
            </a:r>
            <a:endParaRPr lang="ru-RU" dirty="0" smtClean="0">
              <a:latin typeface="Mont" panose="00000700000000000000" pitchFamily="50" charset="0"/>
            </a:endParaRPr>
          </a:p>
          <a:p>
            <a:endParaRPr lang="ru-RU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3. Оформление текста под картинкой.</a:t>
            </a:r>
          </a:p>
          <a:p>
            <a:endParaRPr lang="ru-RU" dirty="0" smtClean="0">
              <a:latin typeface="Mont" panose="00000700000000000000" pitchFamily="50" charset="0"/>
            </a:endParaRPr>
          </a:p>
          <a:p>
            <a:r>
              <a:rPr lang="ru-RU" dirty="0" smtClean="0">
                <a:latin typeface="Mont" panose="00000700000000000000" pitchFamily="50" charset="0"/>
              </a:rPr>
              <a:t>Шрифт: </a:t>
            </a:r>
            <a:r>
              <a:rPr lang="en-US" dirty="0" smtClean="0">
                <a:latin typeface="Mont" panose="00000700000000000000" pitchFamily="50" charset="0"/>
              </a:rPr>
              <a:t>Mont Light (</a:t>
            </a:r>
            <a:r>
              <a:rPr lang="ru-RU" dirty="0" smtClean="0">
                <a:latin typeface="Mont" panose="00000700000000000000" pitchFamily="50" charset="0"/>
              </a:rPr>
              <a:t>Основной текст), Размер 20, допустимо применение </a:t>
            </a:r>
            <a:r>
              <a:rPr lang="ru-RU" i="1" dirty="0" smtClean="0">
                <a:latin typeface="Mont" panose="00000700000000000000" pitchFamily="50" charset="0"/>
              </a:rPr>
              <a:t>Курсива. </a:t>
            </a:r>
            <a:r>
              <a:rPr lang="ru-RU" i="0" dirty="0" smtClean="0">
                <a:latin typeface="Mont" panose="00000700000000000000" pitchFamily="50" charset="0"/>
              </a:rPr>
              <a:t>Таким же образом на слайдах могут отображаться ссылки</a:t>
            </a:r>
            <a:r>
              <a:rPr lang="ru-RU" i="0" baseline="0" dirty="0" smtClean="0">
                <a:latin typeface="Mont" panose="00000700000000000000" pitchFamily="50" charset="0"/>
              </a:rPr>
              <a:t> на различные источники</a:t>
            </a:r>
            <a:r>
              <a:rPr lang="ru-RU" i="0" dirty="0" smtClean="0">
                <a:latin typeface="Mont" panose="00000700000000000000" pitchFamily="50" charset="0"/>
              </a:rPr>
              <a:t>.</a:t>
            </a:r>
          </a:p>
          <a:p>
            <a:r>
              <a:rPr lang="ru-RU" i="0" dirty="0" smtClean="0">
                <a:latin typeface="Mont" panose="00000700000000000000" pitchFamily="50" charset="0"/>
              </a:rPr>
              <a:t>Поле: допустимы изменения размеров поля</a:t>
            </a:r>
            <a:endParaRPr lang="ru-RU" i="1" dirty="0" smtClean="0">
              <a:latin typeface="Mont" panose="00000700000000000000" pitchFamily="50" charset="0"/>
            </a:endParaRPr>
          </a:p>
          <a:p>
            <a:endParaRPr lang="ru-RU" baseline="0" dirty="0" smtClean="0">
              <a:latin typeface="Mont" panose="00000700000000000000" pitchFamily="50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3315F-6546-4D35-947B-1C321621B85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200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73315F-6546-4D35-947B-1C321621B85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640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>
            <a:extLst>
              <a:ext uri="{FF2B5EF4-FFF2-40B4-BE49-F238E27FC236}">
                <a16:creationId xmlns:a16="http://schemas.microsoft.com/office/drawing/2014/main" xmlns="" id="{C26E4877-3766-8344-B0F1-CFFE27C0CBBC}"/>
              </a:ext>
            </a:extLst>
          </p:cNvPr>
          <p:cNvSpPr>
            <a:spLocks noGrp="1" noChangeAspect="1"/>
          </p:cNvSpPr>
          <p:nvPr>
            <p:ph type="body" sz="quarter" idx="10" hasCustomPrompt="1"/>
          </p:nvPr>
        </p:nvSpPr>
        <p:spPr>
          <a:xfrm>
            <a:off x="577780" y="763494"/>
            <a:ext cx="10839157" cy="46525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rgbClr val="003162"/>
                </a:solidFill>
                <a:latin typeface="Mont Heavy DEMO" panose="00000A00000000000000" pitchFamily="50" charset="0"/>
                <a:cs typeface="Mont Heavy DEMO" panose="00000A00000000000000" pitchFamily="50" charset="0"/>
              </a:defRPr>
            </a:lvl1pPr>
          </a:lstStyle>
          <a:p>
            <a:r>
              <a:rPr lang="ru-RU" sz="4800" dirty="0" smtClean="0">
                <a:latin typeface="Mont Heavy DEMO" panose="00000A00000000000000" pitchFamily="50" charset="0"/>
              </a:rPr>
              <a:t>НАЗВАНИЕ ПРЕЗЕНТАЦИИ, НАПРИМЕР, УПРАВЛЕНИЕ ПЕРСОНАЛОМ:</a:t>
            </a:r>
            <a:br>
              <a:rPr lang="ru-RU" sz="4800" dirty="0" smtClean="0">
                <a:latin typeface="Mont Heavy DEMO" panose="00000A00000000000000" pitchFamily="50" charset="0"/>
              </a:rPr>
            </a:br>
            <a:r>
              <a:rPr lang="ru-RU" sz="4800" dirty="0" smtClean="0">
                <a:latin typeface="Mont Heavy DEMO" panose="00000A00000000000000" pitchFamily="50" charset="0"/>
              </a:rPr>
              <a:t>ЛИДЕРСТВО, КОМАНДА, РУКОВОДСТВО </a:t>
            </a:r>
            <a:r>
              <a:rPr lang="ru-RU" sz="4800" dirty="0" smtClean="0">
                <a:solidFill>
                  <a:srgbClr val="003162"/>
                </a:solidFill>
                <a:latin typeface="Mont Heavy DEMO" panose="00000A00000000000000" pitchFamily="50" charset="0"/>
              </a:rPr>
              <a:t>ЛЮДЬМИ</a:t>
            </a:r>
            <a:endParaRPr lang="en-US" sz="4800" dirty="0">
              <a:solidFill>
                <a:srgbClr val="003162"/>
              </a:solidFill>
              <a:latin typeface="Mont Heavy DEMO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53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xmlns="" id="{C26E4877-3766-8344-B0F1-CFFE27C0CBBC}"/>
              </a:ext>
            </a:extLst>
          </p:cNvPr>
          <p:cNvSpPr>
            <a:spLocks noGrp="1" noChangeAspect="1"/>
          </p:cNvSpPr>
          <p:nvPr>
            <p:ph type="body" sz="quarter" idx="10" hasCustomPrompt="1"/>
          </p:nvPr>
        </p:nvSpPr>
        <p:spPr>
          <a:xfrm>
            <a:off x="577780" y="763494"/>
            <a:ext cx="10839157" cy="46525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Mont Heavy DEMO" panose="00000A00000000000000" pitchFamily="50" charset="0"/>
                <a:cs typeface="Mont Heavy DEMO" panose="00000A00000000000000" pitchFamily="50" charset="0"/>
              </a:defRPr>
            </a:lvl1pPr>
          </a:lstStyle>
          <a:p>
            <a:r>
              <a:rPr lang="ru-RU" sz="4800" dirty="0" smtClean="0">
                <a:latin typeface="Mont Heavy DEMO" panose="00000A00000000000000" pitchFamily="50" charset="0"/>
              </a:rPr>
              <a:t>НАЗВАНИЕ ПРЕЗЕНТАЦИИ, НАПРИМЕР, УПРАВЛЕНИЕ ПЕРСОНАЛОМ:</a:t>
            </a:r>
            <a:br>
              <a:rPr lang="ru-RU" sz="4800" dirty="0" smtClean="0">
                <a:latin typeface="Mont Heavy DEMO" panose="00000A00000000000000" pitchFamily="50" charset="0"/>
              </a:rPr>
            </a:br>
            <a:r>
              <a:rPr lang="ru-RU" sz="4800" dirty="0" smtClean="0">
                <a:latin typeface="Mont Heavy DEMO" panose="00000A00000000000000" pitchFamily="50" charset="0"/>
              </a:rPr>
              <a:t>ЛИДЕРСТВО, КОМАНДА, РУКОВОДСТВО </a:t>
            </a:r>
            <a:r>
              <a:rPr lang="ru-RU" sz="4800" dirty="0" smtClean="0">
                <a:solidFill>
                  <a:srgbClr val="003162"/>
                </a:solidFill>
                <a:latin typeface="Mont Heavy DEMO" panose="00000A00000000000000" pitchFamily="50" charset="0"/>
              </a:rPr>
              <a:t>ЛЮДЬМИ</a:t>
            </a:r>
            <a:endParaRPr lang="en-US" sz="4800" dirty="0">
              <a:solidFill>
                <a:srgbClr val="003162"/>
              </a:solidFill>
              <a:latin typeface="Mont Heavy DEMO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76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133F4E-8DA1-7249-BC24-FAC35477AA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954" y="986306"/>
            <a:ext cx="11408398" cy="8651470"/>
          </a:xfrm>
          <a:prstGeom prst="rect">
            <a:avLst/>
          </a:prstGeom>
        </p:spPr>
        <p:txBody>
          <a:bodyPr/>
          <a:lstStyle>
            <a:lvl1pPr marL="0" marR="0" indent="0" algn="l" defTabSz="1523985" rtl="0" eaLnBrk="1" fontAlgn="auto" latinLnBrk="0" hangingPunct="1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i="0">
                <a:solidFill>
                  <a:srgbClr val="003162"/>
                </a:solidFill>
                <a:latin typeface="Mont Bold" panose="00000900000000000000" pitchFamily="50" charset="0"/>
                <a:cs typeface="Mont Bold" panose="00000900000000000000" pitchFamily="50" charset="0"/>
              </a:defRPr>
            </a:lvl1pPr>
          </a:lstStyle>
          <a:p>
            <a:pPr marL="0" marR="0" lvl="0" indent="0" algn="l" defTabSz="1523985" rtl="0" eaLnBrk="1" fontAlgn="auto" latinLnBrk="0" hangingPunct="1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1</a:t>
            </a:r>
            <a:r>
              <a:rPr lang="ru-RU" dirty="0" smtClean="0"/>
              <a:t>. Название раздела 1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75730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600" userDrawn="1">
          <p15:clr>
            <a:srgbClr val="FBAE40"/>
          </p15:clr>
        </p15:guide>
        <p15:guide id="2" pos="3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91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7064188" y="10585183"/>
            <a:ext cx="127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800" b="0" i="0" kern="1200" dirty="0" smtClean="0">
                <a:solidFill>
                  <a:srgbClr val="7BA7BC"/>
                </a:solidFill>
                <a:latin typeface="+mn-lt"/>
                <a:ea typeface="+mn-ea"/>
                <a:cs typeface="Arial" panose="020B0604020202020204" pitchFamily="34" charset="0"/>
              </a:rPr>
              <a:t>Тема презентации | </a:t>
            </a:r>
            <a:fld id="{871717A8-B405-4A22-9970-428883F94CF2}" type="slidenum">
              <a:rPr lang="en-US" sz="1800" b="0" i="0" kern="1200" smtClean="0">
                <a:solidFill>
                  <a:srgbClr val="7BA7BC"/>
                </a:solidFill>
                <a:latin typeface="+mn-lt"/>
                <a:ea typeface="+mn-ea"/>
                <a:cs typeface="Arial" panose="020B0604020202020204" pitchFamily="34" charset="0"/>
              </a:rPr>
              <a:pPr algn="r"/>
              <a:t>‹#›</a:t>
            </a:fld>
            <a:endParaRPr lang="ru-RU" sz="1800" b="0" i="0" kern="1200" dirty="0">
              <a:solidFill>
                <a:srgbClr val="7BA7B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36576" y="588497"/>
            <a:ext cx="17859000" cy="1258232"/>
          </a:xfrm>
          <a:prstGeom prst="rect">
            <a:avLst/>
          </a:prstGeom>
        </p:spPr>
        <p:txBody>
          <a:bodyPr/>
          <a:lstStyle>
            <a:lvl1pPr>
              <a:defRPr lang="ru-RU" sz="4800" b="1" i="0" kern="1200" baseline="0" dirty="0">
                <a:solidFill>
                  <a:srgbClr val="003162"/>
                </a:solidFill>
                <a:latin typeface="Mont Bold" panose="00000900000000000000" pitchFamily="50" charset="0"/>
                <a:ea typeface="+mn-ea"/>
                <a:cs typeface="Mont Bold" panose="00000900000000000000" pitchFamily="50" charset="0"/>
              </a:defRPr>
            </a:lvl1pPr>
          </a:lstStyle>
          <a:p>
            <a:r>
              <a:rPr lang="ru-RU" dirty="0" smtClean="0"/>
              <a:t>Название подраздела 1.1 (при наличии подразделов)</a:t>
            </a:r>
            <a:endParaRPr lang="ru-RU" dirty="0"/>
          </a:p>
        </p:txBody>
      </p:sp>
      <p:sp>
        <p:nvSpPr>
          <p:cNvPr id="19" name="Объект 18"/>
          <p:cNvSpPr>
            <a:spLocks noGrp="1"/>
          </p:cNvSpPr>
          <p:nvPr>
            <p:ph sz="quarter" idx="10" hasCustomPrompt="1"/>
          </p:nvPr>
        </p:nvSpPr>
        <p:spPr>
          <a:xfrm>
            <a:off x="7584141" y="2205038"/>
            <a:ext cx="11977034" cy="78898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ru-RU" dirty="0" smtClean="0"/>
              <a:t>Поезд «Сапсан» или «</a:t>
            </a:r>
            <a:r>
              <a:rPr lang="ru-RU" dirty="0" err="1" smtClean="0"/>
              <a:t>Velaro</a:t>
            </a:r>
            <a:r>
              <a:rPr lang="ru-RU" dirty="0" smtClean="0"/>
              <a:t> </a:t>
            </a:r>
            <a:r>
              <a:rPr lang="ru-RU" dirty="0" err="1" smtClean="0"/>
              <a:t>Rus</a:t>
            </a:r>
            <a:r>
              <a:rPr lang="ru-RU" dirty="0" smtClean="0"/>
              <a:t>» — разработка немецкого машиностроительного концерна «Siemens».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«Сапсан», построенный для ОАО «РЖД», способен развивать скорость до 350 км./ч., однако на российских железных дорогах его скорость ограничена до 250 км./ч. Несмотря на это, поезд преодолевает расстояние между Москвой и Санкт-Петербургом за рекордное время – 3 часа 45 минут!</a:t>
            </a:r>
          </a:p>
          <a:p>
            <a:pPr lvl="0"/>
            <a:endParaRPr lang="ru-RU" dirty="0"/>
          </a:p>
        </p:txBody>
      </p:sp>
      <p:sp>
        <p:nvSpPr>
          <p:cNvPr id="22" name="Текст 21"/>
          <p:cNvSpPr>
            <a:spLocks noGrp="1"/>
          </p:cNvSpPr>
          <p:nvPr>
            <p:ph type="body" sz="quarter" idx="11" hasCustomPrompt="1"/>
          </p:nvPr>
        </p:nvSpPr>
        <p:spPr>
          <a:xfrm>
            <a:off x="536576" y="8337822"/>
            <a:ext cx="6671048" cy="1738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lnSpc>
                <a:spcPct val="114000"/>
              </a:lnSpc>
            </a:pPr>
            <a:r>
              <a:rPr lang="ru-RU" sz="1000" dirty="0" smtClean="0">
                <a:latin typeface="Verdana" pitchFamily="34" charset="0"/>
              </a:rPr>
              <a:t>Сапсан </a:t>
            </a:r>
            <a:r>
              <a:rPr lang="en-US" sz="1000" dirty="0" smtClean="0">
                <a:latin typeface="Verdana" pitchFamily="34" charset="0"/>
              </a:rPr>
              <a:t>–</a:t>
            </a:r>
            <a:r>
              <a:rPr lang="ru-RU" sz="1000" dirty="0" smtClean="0">
                <a:latin typeface="Verdana" pitchFamily="34" charset="0"/>
              </a:rPr>
              <a:t> это самая быстрая птица в мире —      по оценкам специалистов, в нападении она способна развивать скорость свыше 322 км/ч.</a:t>
            </a:r>
            <a:endParaRPr lang="ru-RU" sz="1000" dirty="0" smtClean="0">
              <a:solidFill>
                <a:srgbClr val="FF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067392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3600" userDrawn="1">
          <p15:clr>
            <a:srgbClr val="FBAE40"/>
          </p15:clr>
        </p15:guide>
        <p15:guide id="2" pos="39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40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070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7064188" y="10585183"/>
            <a:ext cx="127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800" b="0" i="0" kern="1200" dirty="0" smtClean="0">
                <a:solidFill>
                  <a:srgbClr val="7BA7BC"/>
                </a:solidFill>
                <a:latin typeface="+mn-lt"/>
                <a:ea typeface="+mn-ea"/>
                <a:cs typeface="Arial" panose="020B0604020202020204" pitchFamily="34" charset="0"/>
              </a:rPr>
              <a:t>Тема презентации | </a:t>
            </a:r>
            <a:fld id="{871717A8-B405-4A22-9970-428883F94CF2}" type="slidenum">
              <a:rPr lang="en-US" sz="1800" b="0" i="0" kern="1200" smtClean="0">
                <a:solidFill>
                  <a:srgbClr val="7BA7BC"/>
                </a:solidFill>
                <a:latin typeface="+mn-lt"/>
                <a:ea typeface="+mn-ea"/>
                <a:cs typeface="Arial" panose="020B0604020202020204" pitchFamily="34" charset="0"/>
              </a:rPr>
              <a:pPr algn="r"/>
              <a:t>‹#›</a:t>
            </a:fld>
            <a:endParaRPr lang="ru-RU" sz="1800" b="0" i="0" kern="1200" dirty="0">
              <a:solidFill>
                <a:srgbClr val="7BA7B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36576" y="588497"/>
            <a:ext cx="17859000" cy="1258232"/>
          </a:xfrm>
          <a:prstGeom prst="rect">
            <a:avLst/>
          </a:prstGeom>
        </p:spPr>
        <p:txBody>
          <a:bodyPr/>
          <a:lstStyle>
            <a:lvl1pPr>
              <a:defRPr lang="ru-RU" sz="4800" b="1" i="0" kern="1200" dirty="0">
                <a:solidFill>
                  <a:srgbClr val="003162"/>
                </a:solidFill>
                <a:latin typeface="Mont Bold" panose="00000900000000000000" pitchFamily="50" charset="0"/>
                <a:ea typeface="+mn-ea"/>
                <a:cs typeface="Mont Bold" panose="00000900000000000000" pitchFamily="50" charset="0"/>
              </a:defRPr>
            </a:lvl1pPr>
          </a:lstStyle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40" name="Текст 39"/>
          <p:cNvSpPr>
            <a:spLocks noGrp="1"/>
          </p:cNvSpPr>
          <p:nvPr>
            <p:ph type="body" sz="quarter" idx="11" hasCustomPrompt="1"/>
          </p:nvPr>
        </p:nvSpPr>
        <p:spPr>
          <a:xfrm>
            <a:off x="1554499" y="3259812"/>
            <a:ext cx="2922380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003162"/>
                </a:solidFill>
              </a:defRPr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 smtClean="0">
                <a:solidFill>
                  <a:srgbClr val="003162"/>
                </a:solidFill>
              </a:rPr>
              <a:t>Название раздела 1</a:t>
            </a:r>
          </a:p>
          <a:p>
            <a:pPr lvl="0"/>
            <a:endParaRPr lang="ru-RU" dirty="0"/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3" hasCustomPrompt="1"/>
          </p:nvPr>
        </p:nvSpPr>
        <p:spPr>
          <a:xfrm>
            <a:off x="7444705" y="3257568"/>
            <a:ext cx="3637446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/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 smtClean="0">
                <a:solidFill>
                  <a:srgbClr val="003162"/>
                </a:solidFill>
              </a:rPr>
              <a:t>Название раздела 3</a:t>
            </a:r>
          </a:p>
        </p:txBody>
      </p:sp>
      <p:sp>
        <p:nvSpPr>
          <p:cNvPr id="45" name="Текст 44"/>
          <p:cNvSpPr>
            <a:spLocks noGrp="1"/>
          </p:cNvSpPr>
          <p:nvPr>
            <p:ph type="body" sz="quarter" idx="14" hasCustomPrompt="1"/>
          </p:nvPr>
        </p:nvSpPr>
        <p:spPr>
          <a:xfrm>
            <a:off x="13415071" y="3258352"/>
            <a:ext cx="3613090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aseline="0"/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 smtClean="0">
                <a:solidFill>
                  <a:srgbClr val="003162"/>
                </a:solidFill>
              </a:rPr>
              <a:t>Название раздела 5</a:t>
            </a:r>
          </a:p>
        </p:txBody>
      </p:sp>
      <p:sp>
        <p:nvSpPr>
          <p:cNvPr id="47" name="Текст 46"/>
          <p:cNvSpPr>
            <a:spLocks noGrp="1"/>
          </p:cNvSpPr>
          <p:nvPr>
            <p:ph type="body" sz="quarter" idx="15" hasCustomPrompt="1"/>
          </p:nvPr>
        </p:nvSpPr>
        <p:spPr>
          <a:xfrm>
            <a:off x="5399314" y="8324850"/>
            <a:ext cx="3643086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aseline="0"/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 smtClean="0">
                <a:solidFill>
                  <a:srgbClr val="003162"/>
                </a:solidFill>
              </a:rPr>
              <a:t>Название раздела 2</a:t>
            </a:r>
          </a:p>
        </p:txBody>
      </p:sp>
      <p:sp>
        <p:nvSpPr>
          <p:cNvPr id="49" name="Текст 48"/>
          <p:cNvSpPr>
            <a:spLocks noGrp="1"/>
          </p:cNvSpPr>
          <p:nvPr>
            <p:ph type="body" sz="quarter" idx="16" hasCustomPrompt="1"/>
          </p:nvPr>
        </p:nvSpPr>
        <p:spPr>
          <a:xfrm>
            <a:off x="12833489" y="8314193"/>
            <a:ext cx="3646032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aseline="0"/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 smtClean="0">
                <a:solidFill>
                  <a:srgbClr val="003162"/>
                </a:solidFill>
              </a:rPr>
              <a:t>Название раздела 4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7" hasCustomPrompt="1"/>
          </p:nvPr>
        </p:nvSpPr>
        <p:spPr>
          <a:xfrm>
            <a:off x="933508" y="3259812"/>
            <a:ext cx="591861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/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7200" b="1" dirty="0" smtClean="0">
                <a:solidFill>
                  <a:srgbClr val="003162"/>
                </a:solidFill>
              </a:rPr>
              <a:t>1</a:t>
            </a:r>
          </a:p>
          <a:p>
            <a:pPr lvl="0"/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8" hasCustomPrompt="1"/>
          </p:nvPr>
        </p:nvSpPr>
        <p:spPr>
          <a:xfrm>
            <a:off x="6707316" y="3240348"/>
            <a:ext cx="716032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/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7200" b="1" dirty="0" smtClean="0">
                <a:solidFill>
                  <a:srgbClr val="003162"/>
                </a:solidFill>
              </a:rPr>
              <a:t>3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9" hasCustomPrompt="1"/>
          </p:nvPr>
        </p:nvSpPr>
        <p:spPr>
          <a:xfrm>
            <a:off x="12724178" y="3259536"/>
            <a:ext cx="676275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/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7200" b="1" dirty="0" smtClean="0">
                <a:solidFill>
                  <a:srgbClr val="003162"/>
                </a:solidFill>
              </a:rPr>
              <a:t>5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20" hasCustomPrompt="1"/>
          </p:nvPr>
        </p:nvSpPr>
        <p:spPr>
          <a:xfrm>
            <a:off x="4709653" y="8322867"/>
            <a:ext cx="689661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/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7200" b="1" dirty="0" smtClean="0">
                <a:solidFill>
                  <a:srgbClr val="003162"/>
                </a:solidFill>
              </a:rPr>
              <a:t>2</a:t>
            </a:r>
          </a:p>
        </p:txBody>
      </p:sp>
      <p:sp>
        <p:nvSpPr>
          <p:cNvPr id="24" name="Текст 23"/>
          <p:cNvSpPr>
            <a:spLocks noGrp="1"/>
          </p:cNvSpPr>
          <p:nvPr>
            <p:ph type="body" sz="quarter" idx="21" hasCustomPrompt="1"/>
          </p:nvPr>
        </p:nvSpPr>
        <p:spPr>
          <a:xfrm>
            <a:off x="12038633" y="8314193"/>
            <a:ext cx="725301" cy="914400"/>
          </a:xfrm>
          <a:prstGeom prst="rect">
            <a:avLst/>
          </a:prstGeom>
        </p:spPr>
        <p:txBody>
          <a:bodyPr/>
          <a:lstStyle>
            <a:lvl1pPr marL="0" marR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/>
            </a:lvl1pPr>
          </a:lstStyle>
          <a:p>
            <a:pPr marL="0" marR="0" lvl="0" indent="0" algn="l" defTabSz="1015990" rtl="0" eaLnBrk="1" fontAlgn="auto" latinLnBrk="0" hangingPunct="1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7200" b="1" dirty="0" smtClean="0">
                <a:solidFill>
                  <a:srgbClr val="00316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56500238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5823">
          <p15:clr>
            <a:srgbClr val="FBAE40"/>
          </p15:clr>
        </p15:guide>
        <p15:guide id="2" pos="39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063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96961" y="579378"/>
            <a:ext cx="18009092" cy="1408446"/>
          </a:xfrm>
          <a:prstGeom prst="rect">
            <a:avLst/>
          </a:prstGeom>
        </p:spPr>
        <p:txBody>
          <a:bodyPr lIns="36000" tIns="36000" rIns="36000" bIns="36000"/>
          <a:lstStyle>
            <a:lvl1pPr algn="l">
              <a:defRPr sz="4800" b="1" baseline="0">
                <a:solidFill>
                  <a:srgbClr val="003162"/>
                </a:solidFill>
                <a:latin typeface="Mont Bold" panose="00000900000000000000" pitchFamily="50" charset="0"/>
              </a:defRPr>
            </a:lvl1pPr>
          </a:lstStyle>
          <a:p>
            <a:r>
              <a:rPr lang="ru-RU" dirty="0" smtClean="0"/>
              <a:t>Название подраздела 1.2 (при наличии подразделов) Оформление таблиц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7064188" y="10585183"/>
            <a:ext cx="127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800" b="0" i="0" kern="1200" dirty="0" smtClean="0">
                <a:solidFill>
                  <a:srgbClr val="7BA7BC"/>
                </a:solidFill>
                <a:latin typeface="+mn-lt"/>
                <a:ea typeface="+mn-ea"/>
                <a:cs typeface="Arial" panose="020B0604020202020204" pitchFamily="34" charset="0"/>
              </a:rPr>
              <a:t>Тема презентации | </a:t>
            </a:r>
            <a:fld id="{871717A8-B405-4A22-9970-428883F94CF2}" type="slidenum">
              <a:rPr lang="en-US" sz="1800" b="0" i="0" kern="1200" smtClean="0">
                <a:solidFill>
                  <a:srgbClr val="7BA7BC"/>
                </a:solidFill>
                <a:latin typeface="+mn-lt"/>
                <a:ea typeface="+mn-ea"/>
                <a:cs typeface="Arial" panose="020B0604020202020204" pitchFamily="34" charset="0"/>
              </a:rPr>
              <a:pPr algn="r"/>
              <a:t>‹#›</a:t>
            </a:fld>
            <a:endParaRPr lang="ru-RU" sz="1800" b="0" i="0" kern="1200" dirty="0">
              <a:solidFill>
                <a:srgbClr val="7BA7B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596961" y="2266467"/>
            <a:ext cx="9563039" cy="914400"/>
          </a:xfrm>
          <a:prstGeom prst="rect">
            <a:avLst/>
          </a:prstGeom>
        </p:spPr>
        <p:txBody>
          <a:bodyPr wrap="none"/>
          <a:lstStyle>
            <a:lvl1pPr marL="0" indent="0" algn="l">
              <a:lnSpc>
                <a:spcPct val="114000"/>
              </a:lnSpc>
              <a:buNone/>
              <a:defRPr sz="2800" b="0" baseline="0"/>
            </a:lvl1pPr>
          </a:lstStyle>
          <a:p>
            <a:pPr>
              <a:defRPr/>
            </a:pPr>
            <a:r>
              <a:rPr lang="ru-RU" sz="2400" dirty="0" smtClean="0"/>
              <a:t>Крупнейшие компании мира по рыночной капитализации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78866536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600" userDrawn="1">
          <p15:clr>
            <a:srgbClr val="FBAE40"/>
          </p15:clr>
        </p15:guide>
        <p15:guide id="2" pos="6400" userDrawn="1">
          <p15:clr>
            <a:srgbClr val="FBAE40"/>
          </p15:clr>
        </p15:guide>
        <p15:guide id="3" pos="41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14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8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>
            <a:extLst>
              <a:ext uri="{FF2B5EF4-FFF2-40B4-BE49-F238E27FC236}">
                <a16:creationId xmlns="" xmlns:a16="http://schemas.microsoft.com/office/drawing/2014/main" id="{2AE7C7CA-9BD6-E64C-88E4-4553BCBC4A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5712" r="1186"/>
          <a:stretch/>
        </p:blipFill>
        <p:spPr>
          <a:xfrm>
            <a:off x="0" y="-1714500"/>
            <a:ext cx="21031200" cy="13144500"/>
          </a:xfrm>
          <a:prstGeom prst="rect">
            <a:avLst/>
          </a:prstGeom>
        </p:spPr>
      </p:pic>
      <p:pic>
        <p:nvPicPr>
          <p:cNvPr id="8" name="Picture 11">
            <a:extLst>
              <a:ext uri="{FF2B5EF4-FFF2-40B4-BE49-F238E27FC236}">
                <a16:creationId xmlns="" xmlns:a16="http://schemas.microsoft.com/office/drawing/2014/main" id="{8929473D-AFF3-6448-95E6-C0634A957E7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4248" y="8801100"/>
            <a:ext cx="6004511" cy="2533904"/>
          </a:xfrm>
          <a:prstGeom prst="rect">
            <a:avLst/>
          </a:prstGeom>
        </p:spPr>
      </p:pic>
      <p:graphicFrame>
        <p:nvGraphicFramePr>
          <p:cNvPr id="4" name="Таблица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02038855"/>
              </p:ext>
            </p:extLst>
          </p:nvPr>
        </p:nvGraphicFramePr>
        <p:xfrm>
          <a:off x="1065" y="-2468962"/>
          <a:ext cx="3024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/>
                <a:gridCol w="504000"/>
                <a:gridCol w="504000"/>
                <a:gridCol w="504000"/>
                <a:gridCol w="504000"/>
                <a:gridCol w="504000"/>
              </a:tblGrid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71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5E67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5E9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431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1D4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1B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B8B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8FD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8B68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068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73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657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685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005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DA4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9A0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A7B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A99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A5AD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660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1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>
            <a:extLst>
              <a:ext uri="{FF2B5EF4-FFF2-40B4-BE49-F238E27FC236}">
                <a16:creationId xmlns="" xmlns:a16="http://schemas.microsoft.com/office/drawing/2014/main" id="{895FD436-F904-6E4B-81C3-1588023C07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5956"/>
          <a:stretch/>
        </p:blipFill>
        <p:spPr>
          <a:xfrm>
            <a:off x="-1" y="-1683372"/>
            <a:ext cx="21288376" cy="13113372"/>
          </a:xfrm>
          <a:prstGeom prst="rect">
            <a:avLst/>
          </a:prstGeom>
        </p:spPr>
      </p:pic>
      <p:graphicFrame>
        <p:nvGraphicFramePr>
          <p:cNvPr id="4" name="Таблица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50280889"/>
              </p:ext>
            </p:extLst>
          </p:nvPr>
        </p:nvGraphicFramePr>
        <p:xfrm>
          <a:off x="1065" y="-2468962"/>
          <a:ext cx="3024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/>
                <a:gridCol w="504000"/>
                <a:gridCol w="504000"/>
                <a:gridCol w="504000"/>
                <a:gridCol w="504000"/>
                <a:gridCol w="504000"/>
              </a:tblGrid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71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5E67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5E9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431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1D4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1B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B8B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8FD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8B68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068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73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657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685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005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DA4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9A0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A7B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A99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A5AD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98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1523985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96" indent="-380996" algn="l" defTabSz="1523985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7" kern="1200">
          <a:solidFill>
            <a:schemeClr val="tx1"/>
          </a:solidFill>
          <a:latin typeface="+mn-lt"/>
          <a:ea typeface="+mn-ea"/>
          <a:cs typeface="+mn-cs"/>
        </a:defRPr>
      </a:lvl1pPr>
      <a:lvl2pPr marL="1142989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981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973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966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958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950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43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935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92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85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977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970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962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954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947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939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="" xmlns:a16="http://schemas.microsoft.com/office/drawing/2014/main" id="{AAC36E28-A249-DF40-835B-C0F63A0B71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8768" y="9964191"/>
            <a:ext cx="3404322" cy="1436624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="" xmlns:a16="http://schemas.microsoft.com/office/drawing/2014/main" id="{30F5C4DC-D3D7-3D45-8F50-9DEBBE1B6D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54661" t="5712" r="1186"/>
          <a:stretch/>
        </p:blipFill>
        <p:spPr>
          <a:xfrm>
            <a:off x="12148187" y="-29185"/>
            <a:ext cx="8171813" cy="11430000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50280889"/>
              </p:ext>
            </p:extLst>
          </p:nvPr>
        </p:nvGraphicFramePr>
        <p:xfrm>
          <a:off x="1065" y="-2468962"/>
          <a:ext cx="3024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/>
                <a:gridCol w="504000"/>
                <a:gridCol w="504000"/>
                <a:gridCol w="504000"/>
                <a:gridCol w="504000"/>
                <a:gridCol w="504000"/>
              </a:tblGrid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71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5E67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5E9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431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1D4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1B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B8B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8FD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8B68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068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73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657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685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005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DA4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9A0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A7B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A99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A5AD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04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700" r:id="rId2"/>
  </p:sldLayoutIdLst>
  <p:txStyles>
    <p:titleStyle>
      <a:lvl1pPr algn="l" defTabSz="1523985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96" indent="-380996" algn="l" defTabSz="1523985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7" kern="1200">
          <a:solidFill>
            <a:schemeClr val="tx1"/>
          </a:solidFill>
          <a:latin typeface="+mn-lt"/>
          <a:ea typeface="+mn-ea"/>
          <a:cs typeface="+mn-cs"/>
        </a:defRPr>
      </a:lvl1pPr>
      <a:lvl2pPr marL="1142989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981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973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966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958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950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43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935" indent="-380996" algn="l" defTabSz="1523985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92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85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977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970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962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954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947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939" algn="l" defTabSz="1523985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5252E68D-1429-C748-B5F5-C9C91072659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9223221" y="1"/>
            <a:ext cx="1094951" cy="1581461"/>
          </a:xfrm>
          <a:prstGeom prst="rect">
            <a:avLst/>
          </a:prstGeom>
        </p:spPr>
      </p:pic>
      <p:graphicFrame>
        <p:nvGraphicFramePr>
          <p:cNvPr id="6" name="Таблица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50280889"/>
              </p:ext>
            </p:extLst>
          </p:nvPr>
        </p:nvGraphicFramePr>
        <p:xfrm>
          <a:off x="1065" y="-2468962"/>
          <a:ext cx="3024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/>
                <a:gridCol w="504000"/>
                <a:gridCol w="504000"/>
                <a:gridCol w="504000"/>
                <a:gridCol w="504000"/>
                <a:gridCol w="504000"/>
              </a:tblGrid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71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5E67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5E9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431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1D4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E1B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B8B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8FD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8B68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068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73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657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685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005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DA4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9A0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BA7B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A99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A5AD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3124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rgbClr val="003162"/>
                        </a:solidFill>
                      </a:endParaRPr>
                    </a:p>
                  </a:txBody>
                  <a:tcPr marL="88767" marR="88767" marT="44384" marB="4438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24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4" r:id="rId2"/>
    <p:sldLayoutId id="2147483703" r:id="rId3"/>
    <p:sldLayoutId id="2147483701" r:id="rId4"/>
    <p:sldLayoutId id="2147483697" r:id="rId5"/>
    <p:sldLayoutId id="2147483699" r:id="rId6"/>
    <p:sldLayoutId id="2147483698" r:id="rId7"/>
    <p:sldLayoutId id="2147483702" r:id="rId8"/>
  </p:sldLayoutIdLst>
  <p:hf hdr="0" ftr="0" dt="0"/>
  <p:txStyles>
    <p:titleStyle>
      <a:lvl1pPr algn="l" defTabSz="1015990" rtl="0" eaLnBrk="1" latinLnBrk="0" hangingPunct="1">
        <a:lnSpc>
          <a:spcPct val="90000"/>
        </a:lnSpc>
        <a:spcBef>
          <a:spcPct val="0"/>
        </a:spcBef>
        <a:buNone/>
        <a:defRPr sz="48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3997" indent="-253997" algn="l" defTabSz="1015990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3111" kern="1200">
          <a:solidFill>
            <a:schemeClr val="tx1"/>
          </a:solidFill>
          <a:latin typeface="+mn-lt"/>
          <a:ea typeface="+mn-ea"/>
          <a:cs typeface="+mn-cs"/>
        </a:defRPr>
      </a:lvl1pPr>
      <a:lvl2pPr marL="761992" indent="-253997" algn="l" defTabSz="1015990" rtl="0" eaLnBrk="1" latinLnBrk="0" hangingPunct="1">
        <a:lnSpc>
          <a:spcPct val="90000"/>
        </a:lnSpc>
        <a:spcBef>
          <a:spcPts val="556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2pPr>
      <a:lvl3pPr marL="1269987" indent="-253997" algn="l" defTabSz="1015990" rtl="0" eaLnBrk="1" latinLnBrk="0" hangingPunct="1">
        <a:lnSpc>
          <a:spcPct val="90000"/>
        </a:lnSpc>
        <a:spcBef>
          <a:spcPts val="556"/>
        </a:spcBef>
        <a:buFont typeface="Arial" panose="020B0604020202020204" pitchFamily="34" charset="0"/>
        <a:buChar char="•"/>
        <a:defRPr sz="2222" kern="1200">
          <a:solidFill>
            <a:schemeClr val="tx1"/>
          </a:solidFill>
          <a:latin typeface="+mn-lt"/>
          <a:ea typeface="+mn-ea"/>
          <a:cs typeface="+mn-cs"/>
        </a:defRPr>
      </a:lvl3pPr>
      <a:lvl4pPr marL="1777982" indent="-253997" algn="l" defTabSz="1015990" rtl="0" eaLnBrk="1" latinLnBrk="0" hangingPunct="1">
        <a:lnSpc>
          <a:spcPct val="90000"/>
        </a:lnSpc>
        <a:spcBef>
          <a:spcPts val="55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977" indent="-253997" algn="l" defTabSz="1015990" rtl="0" eaLnBrk="1" latinLnBrk="0" hangingPunct="1">
        <a:lnSpc>
          <a:spcPct val="90000"/>
        </a:lnSpc>
        <a:spcBef>
          <a:spcPts val="55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93972" indent="-253997" algn="l" defTabSz="1015990" rtl="0" eaLnBrk="1" latinLnBrk="0" hangingPunct="1">
        <a:lnSpc>
          <a:spcPct val="90000"/>
        </a:lnSpc>
        <a:spcBef>
          <a:spcPts val="55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01967" indent="-253997" algn="l" defTabSz="1015990" rtl="0" eaLnBrk="1" latinLnBrk="0" hangingPunct="1">
        <a:lnSpc>
          <a:spcPct val="90000"/>
        </a:lnSpc>
        <a:spcBef>
          <a:spcPts val="55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62" indent="-253997" algn="l" defTabSz="1015990" rtl="0" eaLnBrk="1" latinLnBrk="0" hangingPunct="1">
        <a:lnSpc>
          <a:spcPct val="90000"/>
        </a:lnSpc>
        <a:spcBef>
          <a:spcPts val="55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17957" indent="-253997" algn="l" defTabSz="1015990" rtl="0" eaLnBrk="1" latinLnBrk="0" hangingPunct="1">
        <a:lnSpc>
          <a:spcPct val="90000"/>
        </a:lnSpc>
        <a:spcBef>
          <a:spcPts val="55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99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99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98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98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97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97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964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959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02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589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1525369" y="3259812"/>
            <a:ext cx="2922380" cy="9144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6738809" y="3240490"/>
            <a:ext cx="3637446" cy="914400"/>
          </a:xfrm>
        </p:spPr>
        <p:txBody>
          <a:bodyPr/>
          <a:lstStyle/>
          <a:p>
            <a:endParaRPr lang="ru-RU" dirty="0">
              <a:solidFill>
                <a:srgbClr val="003162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/>
          </p:nvPr>
        </p:nvSpPr>
        <p:spPr>
          <a:xfrm>
            <a:off x="12669736" y="3270615"/>
            <a:ext cx="3586263" cy="914400"/>
          </a:xfrm>
        </p:spPr>
        <p:txBody>
          <a:bodyPr/>
          <a:lstStyle/>
          <a:p>
            <a:endParaRPr lang="ru-RU" dirty="0">
              <a:solidFill>
                <a:srgbClr val="003162"/>
              </a:solidFill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>
              <a:solidFill>
                <a:srgbClr val="003162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6"/>
          </p:nvPr>
        </p:nvSpPr>
        <p:spPr>
          <a:xfrm>
            <a:off x="12763934" y="8314193"/>
            <a:ext cx="3492065" cy="914400"/>
          </a:xfrm>
        </p:spPr>
        <p:txBody>
          <a:bodyPr/>
          <a:lstStyle/>
          <a:p>
            <a:endParaRPr lang="ru-RU" dirty="0">
              <a:solidFill>
                <a:srgbClr val="003162"/>
              </a:solidFill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 sz="6600" dirty="0">
              <a:solidFill>
                <a:srgbClr val="003162"/>
              </a:solidFill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8"/>
          </p:nvPr>
        </p:nvSpPr>
        <p:spPr>
          <a:xfrm>
            <a:off x="6022777" y="3240348"/>
            <a:ext cx="716032" cy="914400"/>
          </a:xfrm>
        </p:spPr>
        <p:txBody>
          <a:bodyPr/>
          <a:lstStyle/>
          <a:p>
            <a:endParaRPr lang="ru-RU" sz="6600">
              <a:solidFill>
                <a:srgbClr val="003162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9"/>
          </p:nvPr>
        </p:nvSpPr>
        <p:spPr>
          <a:xfrm>
            <a:off x="11951283" y="3259536"/>
            <a:ext cx="676275" cy="914400"/>
          </a:xfrm>
        </p:spPr>
        <p:txBody>
          <a:bodyPr/>
          <a:lstStyle/>
          <a:p>
            <a:endParaRPr lang="ru-RU" sz="6600" dirty="0">
              <a:solidFill>
                <a:srgbClr val="003162"/>
              </a:solidFill>
            </a:endParaRP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 sz="6600" dirty="0">
              <a:solidFill>
                <a:srgbClr val="003162"/>
              </a:solidFill>
            </a:endParaRP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sz="6600" dirty="0">
              <a:solidFill>
                <a:srgbClr val="003162"/>
              </a:solidFill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619125" y="6182139"/>
            <a:ext cx="19060353" cy="0"/>
          </a:xfrm>
          <a:prstGeom prst="straightConnector1">
            <a:avLst/>
          </a:prstGeom>
          <a:ln w="88900">
            <a:solidFill>
              <a:srgbClr val="D22630"/>
            </a:solidFill>
            <a:prstDash val="sys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2558489" y="4499375"/>
            <a:ext cx="914400" cy="1687905"/>
          </a:xfrm>
          <a:prstGeom prst="line">
            <a:avLst/>
          </a:prstGeom>
          <a:ln w="889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/>
          <p:cNvSpPr/>
          <p:nvPr/>
        </p:nvSpPr>
        <p:spPr>
          <a:xfrm>
            <a:off x="2419128" y="4360014"/>
            <a:ext cx="278721" cy="27872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6200539" y="6187280"/>
            <a:ext cx="914400" cy="1687905"/>
          </a:xfrm>
          <a:prstGeom prst="line">
            <a:avLst/>
          </a:prstGeom>
          <a:ln w="889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вал 16"/>
          <p:cNvSpPr/>
          <p:nvPr/>
        </p:nvSpPr>
        <p:spPr>
          <a:xfrm>
            <a:off x="7015334" y="7832248"/>
            <a:ext cx="278721" cy="27872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8950206" y="4516096"/>
            <a:ext cx="914400" cy="1687905"/>
          </a:xfrm>
          <a:prstGeom prst="line">
            <a:avLst/>
          </a:prstGeom>
          <a:ln w="889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вал 18"/>
          <p:cNvSpPr/>
          <p:nvPr/>
        </p:nvSpPr>
        <p:spPr>
          <a:xfrm>
            <a:off x="8810845" y="4376735"/>
            <a:ext cx="278721" cy="27872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505065" y="6042778"/>
            <a:ext cx="278721" cy="27872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13025247" y="6144343"/>
            <a:ext cx="914400" cy="1687905"/>
          </a:xfrm>
          <a:prstGeom prst="line">
            <a:avLst/>
          </a:prstGeom>
          <a:ln w="889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13840042" y="7789311"/>
            <a:ext cx="278721" cy="27872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15555660" y="4499375"/>
            <a:ext cx="914400" cy="1687905"/>
          </a:xfrm>
          <a:prstGeom prst="line">
            <a:avLst/>
          </a:prstGeom>
          <a:ln w="889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вал 23"/>
          <p:cNvSpPr/>
          <p:nvPr/>
        </p:nvSpPr>
        <p:spPr>
          <a:xfrm>
            <a:off x="15416299" y="4360014"/>
            <a:ext cx="278721" cy="27872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26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907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ru-RU" sz="3200" dirty="0">
              <a:latin typeface="Mont Light" panose="00000500000000000000" pitchFamily="50" charset="0"/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2000" dirty="0"/>
          </a:p>
        </p:txBody>
      </p:sp>
      <p:pic>
        <p:nvPicPr>
          <p:cNvPr id="4" name="Рисунок 8" descr="52842169_sapsan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576" y="2247946"/>
            <a:ext cx="6674715" cy="587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1119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390828"/>
              </p:ext>
            </p:extLst>
          </p:nvPr>
        </p:nvGraphicFramePr>
        <p:xfrm>
          <a:off x="657844" y="3055939"/>
          <a:ext cx="7770537" cy="655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801"/>
                <a:gridCol w="4238534"/>
                <a:gridCol w="2119202"/>
              </a:tblGrid>
              <a:tr h="1156303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dirty="0" err="1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Global</a:t>
                      </a: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/>
                      </a:r>
                      <a:b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</a:br>
                      <a:r>
                        <a:rPr lang="ru-RU" sz="2000" b="1" dirty="0" err="1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Rank</a:t>
                      </a: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/>
                      </a:r>
                      <a:b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</a:br>
                      <a:r>
                        <a:rPr lang="ru-RU" sz="2000" b="1" dirty="0" err="1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March</a:t>
                      </a: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/>
                      </a:r>
                      <a:b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</a:b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2010</a:t>
                      </a:r>
                      <a:endParaRPr lang="ru-RU" sz="2000" dirty="0">
                        <a:solidFill>
                          <a:schemeClr val="bg1"/>
                        </a:solidFill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Company</a:t>
                      </a:r>
                      <a:endParaRPr lang="ru-RU" sz="2000" dirty="0">
                        <a:solidFill>
                          <a:schemeClr val="bg1"/>
                        </a:solidFill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Market</a:t>
                      </a:r>
                      <a:b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</a:br>
                      <a:r>
                        <a:rPr lang="ru-RU" sz="2000" b="1" dirty="0" err="1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value</a:t>
                      </a: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/>
                      </a:r>
                      <a:b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</a:b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($</a:t>
                      </a:r>
                      <a:r>
                        <a:rPr lang="ru-RU" sz="2000" b="1" dirty="0" err="1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m</a:t>
                      </a:r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)</a:t>
                      </a:r>
                      <a:endParaRPr lang="ru-RU" sz="2000" dirty="0">
                        <a:solidFill>
                          <a:schemeClr val="bg1"/>
                        </a:solidFill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6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1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Petrochina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329 259,70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2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Exxon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Mobil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316 230,80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3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Microsoft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256 864,70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4</a:t>
                      </a:r>
                      <a:endParaRPr lang="ru-RU" sz="180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Indl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&amp;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Coml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Bank of China 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246 419,80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algn="ctr" defTabSz="1015990" rtl="0" eaLnBrk="1" latinLnBrk="0" hangingPunct="1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kern="1200" dirty="0">
                          <a:solidFill>
                            <a:srgbClr val="D22630"/>
                          </a:solidFill>
                          <a:latin typeface="+mj-lt"/>
                          <a:ea typeface="Calibri"/>
                          <a:cs typeface="Arial"/>
                        </a:rPr>
                        <a:t>5</a:t>
                      </a: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015990" rtl="0" eaLnBrk="1" latinLnBrk="0" hangingPunct="1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kern="1200" dirty="0" err="1">
                          <a:solidFill>
                            <a:srgbClr val="D22630"/>
                          </a:solidFill>
                          <a:latin typeface="+mj-lt"/>
                          <a:ea typeface="Calibri"/>
                          <a:cs typeface="Arial"/>
                        </a:rPr>
                        <a:t>Apple</a:t>
                      </a:r>
                      <a:endParaRPr lang="ru-RU" sz="1800" b="1" kern="1200" dirty="0">
                        <a:solidFill>
                          <a:srgbClr val="D22630"/>
                        </a:solidFill>
                        <a:latin typeface="+mj-lt"/>
                        <a:ea typeface="Calibri"/>
                        <a:cs typeface="Arial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D22630"/>
                          </a:solidFill>
                          <a:latin typeface="+mj-lt"/>
                          <a:ea typeface="Calibri"/>
                          <a:cs typeface="Arial"/>
                        </a:rPr>
                        <a:t>213 096,70</a:t>
                      </a:r>
                      <a:endParaRPr lang="ru-RU" sz="1800" b="1" dirty="0">
                        <a:solidFill>
                          <a:srgbClr val="D22630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6</a:t>
                      </a:r>
                      <a:endParaRPr lang="ru-RU" sz="180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BHP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Billiton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209 935,10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7</a:t>
                      </a:r>
                      <a:endParaRPr lang="ru-RU" sz="180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Wal-Mart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Stores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209 000,70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8</a:t>
                      </a:r>
                      <a:endParaRPr lang="ru-RU" sz="180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Berkshire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r>
                        <a:rPr lang="ru-RU" sz="1800" dirty="0" err="1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Hathaway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 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200 620,50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9</a:t>
                      </a:r>
                      <a:endParaRPr lang="ru-RU" sz="180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General Electric </a:t>
                      </a:r>
                      <a:endParaRPr lang="ru-RU" sz="180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194 246,20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10</a:t>
                      </a:r>
                      <a:endParaRPr lang="ru-RU" sz="180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China Mobile </a:t>
                      </a:r>
                      <a:endParaRPr lang="ru-RU" sz="180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Mont Light" panose="00000500000000000000" pitchFamily="50" charset="0"/>
                          <a:ea typeface="Calibri"/>
                          <a:cs typeface="Arial"/>
                        </a:rPr>
                        <a:t>192 998</a:t>
                      </a:r>
                      <a:endParaRPr lang="ru-RU" sz="1800" dirty="0">
                        <a:latin typeface="Mont Light" panose="00000500000000000000" pitchFamily="50" charset="0"/>
                        <a:ea typeface="Calibri"/>
                        <a:cs typeface="Times New Roman"/>
                      </a:endParaRPr>
                    </a:p>
                  </a:txBody>
                  <a:tcPr marL="89997" marR="89997" marT="59992" marB="59992" anchor="ctr">
                    <a:lnL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E9D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326716" y="2114022"/>
            <a:ext cx="6000750" cy="490504"/>
          </a:xfrm>
          <a:prstGeom prst="rect">
            <a:avLst/>
          </a:prstGeom>
          <a:noFill/>
        </p:spPr>
        <p:txBody>
          <a:bodyPr lIns="60000" tIns="60000" rIns="60000" bIns="60000">
            <a:spAutoFit/>
          </a:bodyPr>
          <a:lstStyle/>
          <a:p>
            <a:pPr>
              <a:defRPr/>
            </a:pPr>
            <a:r>
              <a:rPr lang="ru-RU" sz="2400" b="1" dirty="0">
                <a:solidFill>
                  <a:srgbClr val="E21A1A"/>
                </a:solidFill>
              </a:rPr>
              <a:t>Правила оформления таблицы</a:t>
            </a:r>
            <a:endParaRPr lang="ru-RU" sz="2400" dirty="0">
              <a:solidFill>
                <a:srgbClr val="E21A1A"/>
              </a:solidFill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181190"/>
              </p:ext>
            </p:extLst>
          </p:nvPr>
        </p:nvGraphicFramePr>
        <p:xfrm>
          <a:off x="14287154" y="2550583"/>
          <a:ext cx="5400000" cy="7286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</a:tblGrid>
              <a:tr h="1166652">
                <a:tc gridSpan="3">
                  <a:txBody>
                    <a:bodyPr/>
                    <a:lstStyle/>
                    <a:p>
                      <a:r>
                        <a:rPr lang="ru-RU" sz="1700" b="1" dirty="0" smtClean="0">
                          <a:solidFill>
                            <a:srgbClr val="0066A1"/>
                          </a:solidFill>
                        </a:rPr>
                        <a:t>Название</a:t>
                      </a:r>
                      <a:r>
                        <a:rPr lang="ru-RU" sz="1700" b="1" baseline="0" dirty="0" smtClean="0">
                          <a:solidFill>
                            <a:srgbClr val="0066A1"/>
                          </a:solidFill>
                        </a:rPr>
                        <a:t> таблицы</a:t>
                      </a:r>
                    </a:p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Шрифт:</a:t>
                      </a:r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700" b="0" dirty="0" smtClean="0">
                          <a:solidFill>
                            <a:srgbClr val="000000"/>
                          </a:solidFill>
                        </a:rPr>
                        <a:t>Mont Light </a:t>
                      </a:r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Кегль: 24 </a:t>
                      </a:r>
                      <a:r>
                        <a:rPr lang="en-US" sz="1700" b="0" baseline="0" dirty="0" smtClean="0">
                          <a:solidFill>
                            <a:srgbClr val="000000"/>
                          </a:solidFill>
                        </a:rPr>
                        <a:t>pt</a:t>
                      </a:r>
                      <a:endParaRPr lang="ru-RU" sz="1700" b="0" baseline="0" dirty="0" smtClean="0">
                        <a:solidFill>
                          <a:srgbClr val="000000"/>
                        </a:solidFill>
                      </a:endParaRPr>
                    </a:p>
                    <a:p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Цвет: </a:t>
                      </a:r>
                      <a:r>
                        <a:rPr lang="en-US" sz="1700" b="0" baseline="0" dirty="0" smtClean="0">
                          <a:solidFill>
                            <a:srgbClr val="000000"/>
                          </a:solidFill>
                        </a:rPr>
                        <a:t>Black (0-0-0)</a:t>
                      </a:r>
                      <a:endParaRPr lang="ru-RU" sz="1700" b="0" dirty="0">
                        <a:solidFill>
                          <a:srgbClr val="000000"/>
                        </a:solidFill>
                      </a:endParaRPr>
                    </a:p>
                  </a:txBody>
                  <a:tcPr marL="60000" marR="60000" marT="60000" marB="6000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136000">
                <a:tc gridSpan="3">
                  <a:txBody>
                    <a:bodyPr/>
                    <a:lstStyle/>
                    <a:p>
                      <a:r>
                        <a:rPr lang="ru-RU" sz="1700" b="1" dirty="0" smtClean="0">
                          <a:solidFill>
                            <a:srgbClr val="0066A1"/>
                          </a:solidFill>
                        </a:rPr>
                        <a:t>Текст</a:t>
                      </a:r>
                      <a:r>
                        <a:rPr lang="ru-RU" sz="1700" b="1" baseline="0" dirty="0" smtClean="0">
                          <a:solidFill>
                            <a:srgbClr val="0066A1"/>
                          </a:solidFill>
                        </a:rPr>
                        <a:t> таблицы</a:t>
                      </a:r>
                    </a:p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Шрифт:</a:t>
                      </a:r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700" b="0" dirty="0" smtClean="0">
                          <a:solidFill>
                            <a:srgbClr val="000000"/>
                          </a:solidFill>
                        </a:rPr>
                        <a:t>Mont Light </a:t>
                      </a:r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Кегль:</a:t>
                      </a:r>
                      <a:r>
                        <a:rPr lang="en-US" sz="1700" b="0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18</a:t>
                      </a:r>
                      <a:r>
                        <a:rPr lang="en-US" sz="1700" b="0" baseline="0" dirty="0" smtClean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20 </a:t>
                      </a:r>
                      <a:r>
                        <a:rPr lang="en-US" sz="1700" b="0" baseline="0" dirty="0" err="1" smtClean="0">
                          <a:solidFill>
                            <a:srgbClr val="000000"/>
                          </a:solidFill>
                        </a:rPr>
                        <a:t>pt</a:t>
                      </a:r>
                      <a:endParaRPr lang="ru-RU" sz="1700" b="0" baseline="0" dirty="0" smtClean="0">
                        <a:solidFill>
                          <a:srgbClr val="000000"/>
                        </a:solidFill>
                      </a:endParaRPr>
                    </a:p>
                    <a:p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Цвет:</a:t>
                      </a:r>
                      <a:r>
                        <a:rPr lang="en-US" sz="1700" b="0" baseline="0" dirty="0" smtClean="0">
                          <a:solidFill>
                            <a:srgbClr val="000000"/>
                          </a:solidFill>
                        </a:rPr>
                        <a:t> White (255-255-255)</a:t>
                      </a:r>
                      <a:endParaRPr lang="ru-RU" sz="1700" b="0" dirty="0" smtClean="0">
                        <a:solidFill>
                          <a:srgbClr val="000000"/>
                        </a:solidFill>
                      </a:endParaRPr>
                    </a:p>
                  </a:txBody>
                  <a:tcPr marL="60000" marR="60000" marT="60000" marB="6000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14000">
                <a:tc gridSpan="3">
                  <a:txBody>
                    <a:bodyPr/>
                    <a:lstStyle/>
                    <a:p>
                      <a:r>
                        <a:rPr lang="ru-RU" sz="1700" b="1" dirty="0" smtClean="0">
                          <a:solidFill>
                            <a:srgbClr val="0066A1"/>
                          </a:solidFill>
                        </a:rPr>
                        <a:t>Выравнивание текста</a:t>
                      </a:r>
                    </a:p>
                  </a:txBody>
                  <a:tcPr marL="60000" marR="60000" marT="60000" marB="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822000">
                <a:tc>
                  <a:txBody>
                    <a:bodyPr/>
                    <a:lstStyle/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По левому краю</a:t>
                      </a:r>
                    </a:p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(Текст)</a:t>
                      </a:r>
                    </a:p>
                  </a:txBody>
                  <a:tcPr marL="60000" marR="60000" marT="0" marB="6000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По центру</a:t>
                      </a:r>
                    </a:p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(заголовки, номер </a:t>
                      </a:r>
                      <a:r>
                        <a:rPr lang="ru-RU" sz="1700" b="0" dirty="0" err="1" smtClean="0">
                          <a:solidFill>
                            <a:srgbClr val="000000"/>
                          </a:solidFill>
                        </a:rPr>
                        <a:t>п</a:t>
                      </a:r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ru-RU" sz="1700" b="0" dirty="0" err="1" smtClean="0">
                          <a:solidFill>
                            <a:srgbClr val="000000"/>
                          </a:solidFill>
                        </a:rPr>
                        <a:t>п</a:t>
                      </a:r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60000" marR="60000" marT="0" marB="6000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По правому краю</a:t>
                      </a:r>
                    </a:p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(Значения)</a:t>
                      </a:r>
                    </a:p>
                  </a:txBody>
                  <a:tcPr marL="60000" marR="60000" marT="0" marB="6000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36000">
                <a:tc gridSpan="3">
                  <a:txBody>
                    <a:bodyPr/>
                    <a:lstStyle/>
                    <a:p>
                      <a:r>
                        <a:rPr lang="ru-RU" sz="1700" b="1" dirty="0" smtClean="0">
                          <a:solidFill>
                            <a:srgbClr val="0066A1"/>
                          </a:solidFill>
                        </a:rPr>
                        <a:t>Выделение</a:t>
                      </a:r>
                    </a:p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Шрифт:</a:t>
                      </a:r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700" b="0" dirty="0" smtClean="0">
                          <a:solidFill>
                            <a:srgbClr val="000000"/>
                          </a:solidFill>
                        </a:rPr>
                        <a:t>Mont Bold (</a:t>
                      </a:r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Заголовки)</a:t>
                      </a:r>
                      <a:endParaRPr lang="en-US" sz="1700" b="0" dirty="0" smtClean="0">
                        <a:solidFill>
                          <a:srgbClr val="000000"/>
                        </a:solidFill>
                      </a:endParaRPr>
                    </a:p>
                    <a:p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Кегль:</a:t>
                      </a:r>
                      <a:r>
                        <a:rPr lang="en-US" sz="1700" b="0" baseline="0" dirty="0" smtClean="0">
                          <a:solidFill>
                            <a:srgbClr val="000000"/>
                          </a:solidFill>
                        </a:rPr>
                        <a:t> 18-20 pt</a:t>
                      </a:r>
                      <a:endParaRPr lang="ru-RU" sz="1700" b="0" baseline="0" dirty="0" smtClean="0">
                        <a:solidFill>
                          <a:srgbClr val="000000"/>
                        </a:solidFill>
                      </a:endParaRPr>
                    </a:p>
                    <a:p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Цвет:</a:t>
                      </a:r>
                      <a:r>
                        <a:rPr lang="en-US" sz="1700" b="0" baseline="0" dirty="0" smtClean="0">
                          <a:solidFill>
                            <a:srgbClr val="000000"/>
                          </a:solidFill>
                        </a:rPr>
                        <a:t> Red (210-38-48)</a:t>
                      </a:r>
                      <a:endParaRPr lang="ru-RU" sz="1700" b="0" dirty="0">
                        <a:solidFill>
                          <a:srgbClr val="000000"/>
                        </a:solidFill>
                      </a:endParaRPr>
                    </a:p>
                  </a:txBody>
                  <a:tcPr marL="60000" marR="60000" marT="60000" marB="6000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027149">
                <a:tc gridSpan="3">
                  <a:txBody>
                    <a:bodyPr/>
                    <a:lstStyle/>
                    <a:p>
                      <a:r>
                        <a:rPr lang="ru-RU" sz="1700" b="1" dirty="0" smtClean="0">
                          <a:solidFill>
                            <a:srgbClr val="0066A1"/>
                          </a:solidFill>
                        </a:rPr>
                        <a:t>Заливка</a:t>
                      </a:r>
                      <a:r>
                        <a:rPr lang="en-US" sz="1700" b="0" dirty="0" smtClean="0">
                          <a:solidFill>
                            <a:srgbClr val="000000"/>
                          </a:solidFill>
                        </a:rPr>
                        <a:t> (</a:t>
                      </a:r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только</a:t>
                      </a:r>
                      <a:r>
                        <a:rPr lang="ru-RU" sz="1700" b="0" baseline="0" dirty="0" smtClean="0">
                          <a:solidFill>
                            <a:srgbClr val="000000"/>
                          </a:solidFill>
                        </a:rPr>
                        <a:t> названия столбцов)</a:t>
                      </a:r>
                    </a:p>
                    <a:p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 </a:t>
                      </a:r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</a:t>
                      </a:r>
                      <a:endParaRPr lang="en-US" sz="1700" b="0" dirty="0" smtClean="0">
                        <a:solidFill>
                          <a:srgbClr val="000000"/>
                        </a:solidFill>
                      </a:endParaRPr>
                    </a:p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Цвет: (в порядке предпочтения)</a:t>
                      </a:r>
                    </a:p>
                  </a:txBody>
                  <a:tcPr marL="60000" marR="60000" marT="60000" marB="6000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64400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1" dirty="0" smtClean="0">
                          <a:solidFill>
                            <a:srgbClr val="0066A1"/>
                          </a:solidFill>
                        </a:rPr>
                        <a:t>Разделительные линии</a:t>
                      </a:r>
                    </a:p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Только внутренние границы</a:t>
                      </a:r>
                    </a:p>
                    <a:p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Цвет: </a:t>
                      </a:r>
                      <a:r>
                        <a:rPr lang="en-US" sz="1700" b="0" kern="120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RGB 17 94 103</a:t>
                      </a:r>
                      <a:endParaRPr lang="ru-RU" sz="1700" b="0" kern="1200" dirty="0" smtClean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/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Толщина: ½ или ¾ </a:t>
                      </a:r>
                      <a:r>
                        <a:rPr lang="en-US" sz="1700" b="0" dirty="0" smtClean="0">
                          <a:solidFill>
                            <a:srgbClr val="000000"/>
                          </a:solidFill>
                        </a:rPr>
                        <a:t>pt</a:t>
                      </a:r>
                      <a:endParaRPr lang="ru-RU" sz="1700" b="0" dirty="0" smtClean="0">
                        <a:solidFill>
                          <a:srgbClr val="000000"/>
                        </a:solidFill>
                      </a:endParaRPr>
                    </a:p>
                    <a:p>
                      <a:pPr marL="0"/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Стиль:</a:t>
                      </a:r>
                      <a:r>
                        <a:rPr lang="en-US" sz="1700" b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ru-RU" sz="1700" b="0" dirty="0" smtClean="0">
                          <a:solidFill>
                            <a:srgbClr val="000000"/>
                          </a:solidFill>
                        </a:rPr>
                        <a:t>пунктир</a:t>
                      </a:r>
                      <a:endParaRPr lang="ru-RU" sz="1700" b="0" dirty="0">
                        <a:solidFill>
                          <a:srgbClr val="000000"/>
                        </a:solidFill>
                      </a:endParaRPr>
                    </a:p>
                  </a:txBody>
                  <a:tcPr marL="60000" marR="60000" marT="60000" marB="60000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596961" y="2109224"/>
            <a:ext cx="11369891" cy="490504"/>
          </a:xfrm>
          <a:prstGeom prst="rect">
            <a:avLst/>
          </a:prstGeom>
        </p:spPr>
        <p:txBody>
          <a:bodyPr wrap="square" lIns="60000" tIns="60000" rIns="60000" bIns="60000">
            <a:spAutoFit/>
          </a:bodyPr>
          <a:lstStyle/>
          <a:p>
            <a:pPr>
              <a:defRPr/>
            </a:pPr>
            <a:r>
              <a:rPr lang="ru-RU" sz="2400" dirty="0"/>
              <a:t>Крупнейшие компании </a:t>
            </a:r>
            <a:r>
              <a:rPr lang="ru-RU" sz="2400" dirty="0" smtClean="0"/>
              <a:t>мира по </a:t>
            </a:r>
            <a:r>
              <a:rPr lang="ru-RU" sz="2400" dirty="0"/>
              <a:t>рыночной капитализации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22283" y="2203866"/>
            <a:ext cx="298980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744" y="4257465"/>
            <a:ext cx="298980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7322" y="5322413"/>
            <a:ext cx="298978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6489" y="5322413"/>
            <a:ext cx="301625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28299" y="5322413"/>
            <a:ext cx="298980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61865" y="6049013"/>
            <a:ext cx="298978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57749" y="7188044"/>
            <a:ext cx="298978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57749" y="8212448"/>
            <a:ext cx="298978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27322" y="2577362"/>
            <a:ext cx="298978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27322" y="3837895"/>
            <a:ext cx="298978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319" y="4842195"/>
            <a:ext cx="301625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6236" y="3117112"/>
            <a:ext cx="298980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0706" y="4310590"/>
            <a:ext cx="298980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507" y="6462768"/>
            <a:ext cx="298978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6081" y="3471206"/>
            <a:ext cx="298980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8091" y="8877090"/>
            <a:ext cx="298978" cy="377717"/>
          </a:xfrm>
          <a:prstGeom prst="rect">
            <a:avLst/>
          </a:prstGeom>
          <a:solidFill>
            <a:srgbClr val="0066A1"/>
          </a:solidFill>
          <a:ln>
            <a:solidFill>
              <a:srgbClr val="0066A1"/>
            </a:solidFill>
          </a:ln>
        </p:spPr>
        <p:txBody>
          <a:bodyPr lIns="60000" tIns="60000" rIns="60000" bIns="60000" anchor="ctr" anchorCtr="1">
            <a:spAutoFit/>
          </a:bodyPr>
          <a:lstStyle/>
          <a:p>
            <a:pPr algn="ctr">
              <a:defRPr/>
            </a:pPr>
            <a:r>
              <a:rPr lang="ru-RU" sz="1667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01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МО">
      <a:majorFont>
        <a:latin typeface="Mont Bold"/>
        <a:ea typeface=""/>
        <a:cs typeface=""/>
      </a:majorFont>
      <a:minorFont>
        <a:latin typeface="Mon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ZD-Title 2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МО">
      <a:majorFont>
        <a:latin typeface="Mont Bold"/>
        <a:ea typeface=""/>
        <a:cs typeface=""/>
      </a:majorFont>
      <a:minorFont>
        <a:latin typeface="Mon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RZD-Subtitl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МО">
      <a:majorFont>
        <a:latin typeface="Mont Bold"/>
        <a:ea typeface=""/>
        <a:cs typeface=""/>
      </a:majorFont>
      <a:minorFont>
        <a:latin typeface="Mon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RZD-Inside">
  <a:themeElements>
    <a:clrScheme name="Другая 4">
      <a:dk1>
        <a:srgbClr val="000000"/>
      </a:dk1>
      <a:lt1>
        <a:srgbClr val="FFFFFF"/>
      </a:lt1>
      <a:dk2>
        <a:srgbClr val="003162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МО">
      <a:majorFont>
        <a:latin typeface="Mont Bold"/>
        <a:ea typeface=""/>
        <a:cs typeface=""/>
      </a:majorFont>
      <a:minorFont>
        <a:latin typeface="Mon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2676</TotalTime>
  <Words>641</Words>
  <Application>Microsoft Office PowerPoint</Application>
  <PresentationFormat>Произвольный</PresentationFormat>
  <Paragraphs>132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6</vt:i4>
      </vt:variant>
    </vt:vector>
  </HeadingPairs>
  <TitlesOfParts>
    <vt:vector size="18" baseType="lpstr">
      <vt:lpstr>Arial</vt:lpstr>
      <vt:lpstr>Calibri</vt:lpstr>
      <vt:lpstr>Mont</vt:lpstr>
      <vt:lpstr>Mont Bold</vt:lpstr>
      <vt:lpstr>Mont Heavy DEMO</vt:lpstr>
      <vt:lpstr>Mont Light</vt:lpstr>
      <vt:lpstr>Times New Roman</vt:lpstr>
      <vt:lpstr>Verdana</vt:lpstr>
      <vt:lpstr>Специальное оформление</vt:lpstr>
      <vt:lpstr>RZD-Title 2</vt:lpstr>
      <vt:lpstr>RZD-Subtitle</vt:lpstr>
      <vt:lpstr>1_RZD-Inside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Богучарова Марина Борисовна</cp:lastModifiedBy>
  <cp:revision>108</cp:revision>
  <cp:lastPrinted>2018-07-06T11:21:15Z</cp:lastPrinted>
  <dcterms:created xsi:type="dcterms:W3CDTF">2018-05-30T08:35:04Z</dcterms:created>
  <dcterms:modified xsi:type="dcterms:W3CDTF">2019-01-23T11:18:45Z</dcterms:modified>
</cp:coreProperties>
</file>