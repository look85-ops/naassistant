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70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4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E76BB-230D-40A9-9CBA-348E3F6BE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5BEB1A-1958-44BF-B1BF-6F5DD42CB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C35DDB-5DEC-47AE-884B-6A1E829F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5F7BD8-3CF1-42A1-AC78-DCEBFC64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8F1750-013C-4CCB-B268-D553966A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37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6781F-6E36-414E-B251-16E94A4F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9CBCB-1C1F-4AA6-8938-BB167330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47E7E0-D35E-4388-B9DB-658F3BED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C63B8E-9962-4B26-A6F8-63C22CE9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7DAEFC-4A20-4470-9DFD-23D0CCDA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32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2A975-7FAC-4322-BD6B-E78B3103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6674D5-BBC1-408A-A5CE-61BF34C95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7964B5-C137-47D9-ADFE-2F1F9CFA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F02121-A5A0-4BEC-B844-47AD96B9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8FC6C7-9723-44CC-8572-31BA09D2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84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A8604-D65A-4AE0-8388-A2A4427E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ECA6FC-1143-4DB2-8ED5-89B45D16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67F912-5D03-4721-BD98-485470998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E1EAC3-1800-4263-A9B9-441CB5A3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71CEBA-E565-459A-B7F0-89B223A5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36C89D-0E05-4C12-A677-17733E51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20C19-FD41-4C13-98A0-A6F6335E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F904B8-1280-48CA-A5B9-867DAF5B4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A6B9DF-2F85-455C-9288-54856B8C6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89DAA32-5784-43DB-8488-0AFE9114D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0567A3-6A8C-485A-A91C-764776AB3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8F5D76-D9F7-4CD7-B045-8618AF3B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8AEA8C-2206-418E-9C96-7EB0D191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6A251DA-299D-4021-AAFC-4D02F6B2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0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943D12-3AF8-4F75-9A6C-2AC41957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3E6FF3-0538-412D-A8AB-4A7100B5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97B8DB-D178-41A5-9E9F-8FE47BC4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446397-EA26-4EDF-B819-49513982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7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9C72C-F904-4923-8654-CBEA5034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C4B407-7657-4E94-8438-54E1A290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F9BB31-30F3-42D9-BE0A-5022F75A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82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572D1-C0CF-4255-A080-730FF4DB0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534643-B5EA-4E72-822D-58C56D7C7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2214E-6BC2-4E33-B0C6-420D394C8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3A242E-C9A0-4BD7-99F1-EECA68598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74DCEF-C99D-44F7-AC0F-85532444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20BEF2-A5BB-4C91-8B52-7FB0FC14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05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B8FC9-B883-48CB-834A-0FDFD010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B09FA6-F035-47CD-ABCB-F0C32239F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93F749-2EAD-4E48-A7B7-D881926D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9D6157-387C-4271-B51A-E1C5268C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3496C6-FB0D-43B8-9793-61C65258D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444091-7522-42F3-BF4F-9F45707B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347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F47810-B704-4905-8EA0-D607EE755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30B1E8-30CA-4A6C-9460-3964F72AC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A3E7F3-6C4B-42EF-BA1D-C6F83B40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B3CA63-AF58-4F66-B808-146880CB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665B1C-0794-421B-81BB-7730CE9C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0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7845EB-1905-41EB-B25F-30B9A539E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D85D77-E739-4CD9-AA37-F125A0440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DC4B7B-ECF9-41E1-BCD9-A75E05CD6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CBD312-9F74-43EE-9752-229EEB55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BCE6C2-41C2-4E5C-B562-E69BBE79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69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BF8E4A-280B-47E5-A4C9-7207C2D1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695B2C-AA8A-403A-B2CE-AA09A0D4E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6F7704-C4B4-4EDD-898B-9D368726B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E8F6F-032F-4658-BB1C-ADC15C2AA166}" type="datetimeFigureOut">
              <a:rPr lang="ru-RU" smtClean="0"/>
              <a:t>21.05.2024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B81716-836C-40FC-AA3C-021ED82BD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70BE75-9357-4986-AC38-5AE1EA52D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EC1E1-DCE2-4CF3-BF8B-2A4245CEB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55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014A6481-7AA4-4941-B8C1-B4C89F85822F}"/>
              </a:ext>
            </a:extLst>
          </p:cNvPr>
          <p:cNvSpPr/>
          <p:nvPr/>
        </p:nvSpPr>
        <p:spPr bwMode="auto">
          <a:xfrm flipV="1">
            <a:off x="4058951" y="-696426"/>
            <a:ext cx="6393116" cy="4452804"/>
          </a:xfrm>
          <a:prstGeom prst="parallelogram">
            <a:avLst>
              <a:gd name="adj" fmla="val 42843"/>
            </a:avLst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7B6D668B-ED6F-4297-ABFD-DE49D9F35E79}"/>
              </a:ext>
            </a:extLst>
          </p:cNvPr>
          <p:cNvSpPr/>
          <p:nvPr/>
        </p:nvSpPr>
        <p:spPr bwMode="auto">
          <a:xfrm flipH="1">
            <a:off x="253568" y="3067305"/>
            <a:ext cx="4623359" cy="4452804"/>
          </a:xfrm>
          <a:prstGeom prst="parallelogram">
            <a:avLst>
              <a:gd name="adj" fmla="val 42843"/>
            </a:avLst>
          </a:prstGeom>
          <a:solidFill>
            <a:schemeClr val="bg1">
              <a:lumMod val="95000"/>
              <a:alpha val="77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Параллелограмм 9">
            <a:extLst>
              <a:ext uri="{FF2B5EF4-FFF2-40B4-BE49-F238E27FC236}">
                <a16:creationId xmlns:a16="http://schemas.microsoft.com/office/drawing/2014/main" id="{8EF7A0CD-1754-43AD-82AE-5123778BC07C}"/>
              </a:ext>
            </a:extLst>
          </p:cNvPr>
          <p:cNvSpPr/>
          <p:nvPr/>
        </p:nvSpPr>
        <p:spPr bwMode="auto">
          <a:xfrm>
            <a:off x="-811196" y="-842"/>
            <a:ext cx="4519595" cy="4540609"/>
          </a:xfrm>
          <a:prstGeom prst="parallelogram">
            <a:avLst>
              <a:gd name="adj" fmla="val 43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араллелограмм 6">
            <a:extLst>
              <a:ext uri="{FF2B5EF4-FFF2-40B4-BE49-F238E27FC236}">
                <a16:creationId xmlns:a16="http://schemas.microsoft.com/office/drawing/2014/main" id="{042490C7-37B8-4C22-A0D0-2D3E5A0BF7C3}"/>
              </a:ext>
            </a:extLst>
          </p:cNvPr>
          <p:cNvSpPr/>
          <p:nvPr/>
        </p:nvSpPr>
        <p:spPr bwMode="auto">
          <a:xfrm>
            <a:off x="7992109" y="2405196"/>
            <a:ext cx="6393116" cy="4452804"/>
          </a:xfrm>
          <a:prstGeom prst="parallelogram">
            <a:avLst>
              <a:gd name="adj" fmla="val 42843"/>
            </a:avLst>
          </a:prstGeom>
          <a:solidFill>
            <a:schemeClr val="bg1">
              <a:lumMod val="95000"/>
              <a:alpha val="77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53D332-E158-4257-9297-147D33B6F9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63000"/>
                </a:schemeClr>
              </a:gs>
              <a:gs pos="100000">
                <a:schemeClr val="bg1">
                  <a:lumMod val="95000"/>
                  <a:alpha val="44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7097E-2715-47D5-AED5-D2016962692B}"/>
              </a:ext>
            </a:extLst>
          </p:cNvPr>
          <p:cNvSpPr txBox="1"/>
          <p:nvPr/>
        </p:nvSpPr>
        <p:spPr>
          <a:xfrm>
            <a:off x="875900" y="2254470"/>
            <a:ext cx="76111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0" i="0" dirty="0">
                <a:solidFill>
                  <a:srgbClr val="0000FF"/>
                </a:solidFill>
                <a:effectLst/>
                <a:latin typeface="Mont Bold" panose="00000700000000000000" pitchFamily="2" charset="0"/>
              </a:rPr>
              <a:t>РАЗВИТИЕ ПРОФЕССИОНАЛЬНЫХ КОМПЕТЕНЦИЙ </a:t>
            </a:r>
            <a:r>
              <a:rPr lang="ru-RU" sz="3600" b="0" i="0" dirty="0">
                <a:solidFill>
                  <a:srgbClr val="0000FF"/>
                </a:solidFill>
                <a:effectLst/>
                <a:latin typeface="Mont Bold" panose="00000900000000000000" pitchFamily="2" charset="0"/>
              </a:rPr>
              <a:t>РУКОВОДИТЕЛЕЙ БЛОКА УПРАВЛЕНИЯ ДВИЖЕНИЕМ</a:t>
            </a:r>
            <a:endParaRPr lang="ru-RU" sz="3600" dirty="0">
              <a:solidFill>
                <a:srgbClr val="0000FF"/>
              </a:solidFill>
              <a:latin typeface="Mont Bold" panose="00000900000000000000" pitchFamily="2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13482C9-004A-4A5E-94F7-F06CC3E5B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071" y="614497"/>
            <a:ext cx="2625174" cy="90523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7FEB12-7DAD-41F4-BF6B-FB0499DD7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19734" y="5529262"/>
            <a:ext cx="9543084" cy="70864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A8D4B41-84DD-4B6A-9EBB-6183DB34CE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1405" y="619125"/>
            <a:ext cx="1429992" cy="1544678"/>
          </a:xfrm>
          <a:prstGeom prst="rect">
            <a:avLst/>
          </a:prstGeom>
        </p:spPr>
      </p:pic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074087F-33BC-480A-B2F5-B0EC6D6CBE86}"/>
              </a:ext>
            </a:extLst>
          </p:cNvPr>
          <p:cNvGrpSpPr/>
          <p:nvPr/>
        </p:nvGrpSpPr>
        <p:grpSpPr>
          <a:xfrm>
            <a:off x="9181138" y="2405196"/>
            <a:ext cx="4269923" cy="4452804"/>
            <a:chOff x="8977195" y="2405196"/>
            <a:chExt cx="4269923" cy="4452804"/>
          </a:xfrm>
        </p:grpSpPr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5BAD0086-52CD-4B0B-944C-DFD74F760C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7195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4CD7C73E-C231-4CFE-9DB3-592F37CC7F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3582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5B790F56-7F24-4601-A256-5B9289348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356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41886A9-5A5A-4415-BE16-51EE9FF5B1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9130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0CCEA8CC-8ED3-4CEB-8D6A-809B07451B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1904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E5880D17-9E74-413C-93F7-892B892A09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4678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215D6CDA-2A68-43EE-84CF-2F5C452D9C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7452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891436F0-5A43-4277-A8BF-5D4B5457B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70226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A41C9EC8-0008-48CB-A079-46A3E2A79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9969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AB74ED0D-3DB3-409C-BE45-B701F68EB8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2743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CC8008AD-7617-4F89-8B8D-15FD7AC87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5517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0A142C5D-A64E-4214-A5CA-ECDC229B2E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88291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B83C5FA3-C877-4760-AD15-53396E51EB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065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93EF8A47-A502-452B-8BC2-58BB8C24B5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3839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7E399086-7BFA-46FE-99A3-BD455C4263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6613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E9BE8F0-2707-4110-811C-82BCA264C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23006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E8B5E39F-5D35-40D0-B331-09F969B343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02657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C33B1565-AE47-4274-84EB-3C3845F97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9044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4D5778AE-0167-4403-ADA2-913557AA6D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1818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CD655E46-ABB4-4B0B-8401-9F35B3472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592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2C24EFB1-6226-4157-8EA3-68AC5CC54C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37366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533C4BD4-BB9B-40E7-9769-94B0241F07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90140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0F4EACCF-46B2-489E-8990-AC5CF29CE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914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505A6D46-D78D-4369-A8E1-3D1075B37C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95688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2EE79C45-ACF7-4DAD-9401-77E65129EF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5431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D58A9343-7E9D-4D54-A8B0-B631DEBFEA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8205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BA07F901-46FB-4352-9AC7-8D710D885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0979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F8FB486B-1EB2-4048-9FC9-0A224F3042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3753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1E34A077-C7A0-4D2B-BDEC-20626D35C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66527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4DBD3994-A7E4-45F4-B34A-2CB1AEB744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9301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45E1D258-0A1F-48C8-9F89-5467F6974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72075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5526ACE9-B3B3-4E44-B592-FB00C5F1D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48468" y="2405196"/>
              <a:ext cx="1898650" cy="4452804"/>
            </a:xfrm>
            <a:prstGeom prst="line">
              <a:avLst/>
            </a:prstGeom>
            <a:ln>
              <a:solidFill>
                <a:srgbClr val="0000F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51F199-D5AE-4AB7-893A-F25B255DD4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7368973" y="5107559"/>
            <a:ext cx="5653709" cy="170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014A6481-7AA4-4941-B8C1-B4C89F85822F}"/>
              </a:ext>
            </a:extLst>
          </p:cNvPr>
          <p:cNvSpPr/>
          <p:nvPr/>
        </p:nvSpPr>
        <p:spPr bwMode="auto">
          <a:xfrm flipV="1">
            <a:off x="4058951" y="-696426"/>
            <a:ext cx="6393116" cy="4452804"/>
          </a:xfrm>
          <a:prstGeom prst="parallelogram">
            <a:avLst>
              <a:gd name="adj" fmla="val 42843"/>
            </a:avLst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7B6D668B-ED6F-4297-ABFD-DE49D9F35E79}"/>
              </a:ext>
            </a:extLst>
          </p:cNvPr>
          <p:cNvSpPr/>
          <p:nvPr/>
        </p:nvSpPr>
        <p:spPr bwMode="auto">
          <a:xfrm flipH="1">
            <a:off x="253568" y="3067305"/>
            <a:ext cx="4623359" cy="4452804"/>
          </a:xfrm>
          <a:prstGeom prst="parallelogram">
            <a:avLst>
              <a:gd name="adj" fmla="val 42843"/>
            </a:avLst>
          </a:prstGeom>
          <a:solidFill>
            <a:schemeClr val="bg1">
              <a:lumMod val="95000"/>
              <a:alpha val="77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Параллелограмм 9">
            <a:extLst>
              <a:ext uri="{FF2B5EF4-FFF2-40B4-BE49-F238E27FC236}">
                <a16:creationId xmlns:a16="http://schemas.microsoft.com/office/drawing/2014/main" id="{8EF7A0CD-1754-43AD-82AE-5123778BC07C}"/>
              </a:ext>
            </a:extLst>
          </p:cNvPr>
          <p:cNvSpPr/>
          <p:nvPr/>
        </p:nvSpPr>
        <p:spPr bwMode="auto">
          <a:xfrm>
            <a:off x="-811196" y="-842"/>
            <a:ext cx="4519595" cy="4540609"/>
          </a:xfrm>
          <a:prstGeom prst="parallelogram">
            <a:avLst>
              <a:gd name="adj" fmla="val 43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араллелограмм 6">
            <a:extLst>
              <a:ext uri="{FF2B5EF4-FFF2-40B4-BE49-F238E27FC236}">
                <a16:creationId xmlns:a16="http://schemas.microsoft.com/office/drawing/2014/main" id="{042490C7-37B8-4C22-A0D0-2D3E5A0BF7C3}"/>
              </a:ext>
            </a:extLst>
          </p:cNvPr>
          <p:cNvSpPr/>
          <p:nvPr/>
        </p:nvSpPr>
        <p:spPr bwMode="auto">
          <a:xfrm>
            <a:off x="7992109" y="2405196"/>
            <a:ext cx="6393116" cy="4452804"/>
          </a:xfrm>
          <a:prstGeom prst="parallelogram">
            <a:avLst>
              <a:gd name="adj" fmla="val 42843"/>
            </a:avLst>
          </a:prstGeom>
          <a:solidFill>
            <a:schemeClr val="bg1">
              <a:lumMod val="95000"/>
              <a:alpha val="77000"/>
            </a:schemeClr>
          </a:solidFill>
          <a:ln>
            <a:noFill/>
          </a:ln>
          <a:effectLst>
            <a:outerShdw blurRad="6223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53D332-E158-4257-9297-147D33B6F9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63000"/>
                </a:schemeClr>
              </a:gs>
              <a:gs pos="100000">
                <a:schemeClr val="bg1">
                  <a:lumMod val="95000"/>
                  <a:alpha val="44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0F029AE-9A32-4D96-99A3-BB529968CB56}"/>
              </a:ext>
            </a:extLst>
          </p:cNvPr>
          <p:cNvGrpSpPr/>
          <p:nvPr/>
        </p:nvGrpSpPr>
        <p:grpSpPr>
          <a:xfrm>
            <a:off x="9181138" y="2405196"/>
            <a:ext cx="4269923" cy="4452804"/>
            <a:chOff x="8977195" y="2405196"/>
            <a:chExt cx="4269923" cy="4452804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4F0BB37E-42D3-407B-B6F6-E5A9F2C07A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7195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6C4EFC97-2977-46DB-8787-0944E89E06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3582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D1C21056-C855-40A3-B18D-7D33669FB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356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EDBD5098-E4B6-4F13-91E3-67C6B7A66D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9130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7119D87-60B5-4062-A996-E0237205C6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1904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A0ABB07C-3CBA-414B-AE6A-C8F4C3F2E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4678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6841AE74-93D5-45D8-B2EE-41DC9B25F7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7452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AE69DE94-034F-4A60-80A0-52B5CB4D0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70226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40734DEF-91A6-4E85-88DC-02AFF0F7B1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9969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200869A4-911A-4C2D-98B0-F24D390A37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2743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10CA1573-5E4A-472D-8516-7916AF54E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5517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ED1FC76F-DAED-40BC-8A60-53E84FE646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88291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CC9AFA20-E15F-485A-A557-1C5902EC7A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065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0194684A-B152-4DFF-A62C-500A945D24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3839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52620178-4C72-4F8C-BF59-39A7D19B89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6613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62B741B-0397-4C35-BBA7-65F0C8D13F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23006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36155B99-8983-43C8-BFC3-4DC82CD32E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02657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30A6063E-6C19-4A5E-848C-50BD9EBBED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9044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CF91C108-2DE6-4DC7-A1CB-A24A65B49E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1818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5D83E84F-3C7C-4345-945F-4A6465766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592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1C0E0380-A0A1-4E7F-9B4A-C468F9BF9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37366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D5F9450E-868B-4CB4-880F-03A8C0219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90140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D61A388F-1A89-4040-84BE-0F959B2811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914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A8EB460C-D1DD-4798-B92F-E5E8191FB0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95688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0361F4C0-9FC7-4C8D-B917-91668EABD1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5431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590CF912-BB86-4945-80BA-D89B8F6232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8205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74F44876-25EB-475E-9DDB-C1B0FD7C9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0979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705D8CA6-08FA-46A4-B3BC-A442D54B80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3753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280CD8E8-7703-4BD2-BE00-85A2F361EA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66527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4D318532-D0CE-481B-8431-529C8D8EA3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9301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58401850-9F2C-4FAB-8C3B-7E86EA3D05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72075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855B72AC-D7B3-480C-8604-80885F7AD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48468" y="2405196"/>
              <a:ext cx="1898650" cy="4452804"/>
            </a:xfrm>
            <a:prstGeom prst="line">
              <a:avLst/>
            </a:prstGeom>
            <a:ln>
              <a:solidFill>
                <a:srgbClr val="7700AF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F37097E-2715-47D5-AED5-D2016962692B}"/>
              </a:ext>
            </a:extLst>
          </p:cNvPr>
          <p:cNvSpPr txBox="1"/>
          <p:nvPr/>
        </p:nvSpPr>
        <p:spPr>
          <a:xfrm>
            <a:off x="875900" y="2254470"/>
            <a:ext cx="76111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0" i="0" dirty="0">
                <a:solidFill>
                  <a:srgbClr val="7700AF"/>
                </a:solidFill>
                <a:effectLst/>
                <a:latin typeface="Mont Bold" panose="00000700000000000000" pitchFamily="2" charset="0"/>
              </a:rPr>
              <a:t>РАЗВИТИЕ ПРОФЕССИОНАЛЬНЫХ КОМПЕТЕНЦИЙ </a:t>
            </a:r>
            <a:r>
              <a:rPr lang="ru-RU" sz="3600" b="0" i="0" dirty="0">
                <a:solidFill>
                  <a:srgbClr val="7700AF"/>
                </a:solidFill>
                <a:effectLst/>
                <a:latin typeface="Mont Bold" panose="00000900000000000000" pitchFamily="2" charset="0"/>
              </a:rPr>
              <a:t>РУКОВОДИТЕЛЕЙ ХОЗЯЙСТВА ПУТИ И СООРУЖЕНИЙ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13482C9-004A-4A5E-94F7-F06CC3E5B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071" y="614497"/>
            <a:ext cx="2625174" cy="90523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7FEB12-7DAD-41F4-BF6B-FB0499DD7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19734" y="5529262"/>
            <a:ext cx="9543084" cy="70864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A8D4B41-84DD-4B6A-9EBB-6183DB34CE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1405" y="619125"/>
            <a:ext cx="1429992" cy="154467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596ACF3-2F73-4C4C-A07B-EC7AF91889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2892" y="4895851"/>
            <a:ext cx="5182826" cy="206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581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</Words>
  <Application>Microsoft Macintosh PowerPoint</Application>
  <PresentationFormat>Широкоэкранный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Mont Bold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Musalaev Habib</dc:creator>
  <cp:lastModifiedBy>Артем Король</cp:lastModifiedBy>
  <cp:revision>4</cp:revision>
  <dcterms:created xsi:type="dcterms:W3CDTF">2024-05-21T13:33:00Z</dcterms:created>
  <dcterms:modified xsi:type="dcterms:W3CDTF">2024-05-21T14:56:55Z</dcterms:modified>
</cp:coreProperties>
</file>