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30" r:id="rId2"/>
    <p:sldId id="334" r:id="rId3"/>
  </p:sldIdLst>
  <p:sldSz cx="12192000" cy="6858000"/>
  <p:notesSz cx="6792913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14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3869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46D"/>
    <a:srgbClr val="0033CC"/>
    <a:srgbClr val="3D3D3D"/>
    <a:srgbClr val="002060"/>
    <a:srgbClr val="003262"/>
    <a:srgbClr val="F6F6F6"/>
    <a:srgbClr val="F0F0F0"/>
    <a:srgbClr val="CDCDCD"/>
    <a:srgbClr val="E5E5E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89"/>
    <p:restoredTop sz="97400" autoAdjust="0"/>
  </p:normalViewPr>
  <p:slideViewPr>
    <p:cSldViewPr snapToGrid="0">
      <p:cViewPr>
        <p:scale>
          <a:sx n="125" d="100"/>
          <a:sy n="125" d="100"/>
        </p:scale>
        <p:origin x="956" y="676"/>
      </p:cViewPr>
      <p:guideLst>
        <p:guide orient="horz" pos="1214"/>
        <p:guide pos="3840"/>
        <p:guide orient="horz" pos="3869"/>
        <p:guide orient="horz" pos="22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353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9D5BA9B-CD48-01EC-643C-DF1CE9089F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72EBBE-9C23-8482-91C4-930FD22F1B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7746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1213A-5F56-D140-8BC4-443CF20C6D49}" type="datetimeFigureOut">
              <a:rPr lang="ru-RU" smtClean="0"/>
              <a:pPr/>
              <a:t>29-10-2024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C88A1D9-CE27-890E-CC8E-0BDD6FEE8F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7076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632849-5A60-8DB7-751B-B5FE010DF8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7746" y="9427076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091FD-2826-8540-9F71-44EEAF58F6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560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7746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F2A7A-EF65-424F-B017-6175C254DC92}" type="datetimeFigureOut">
              <a:rPr lang="ru-RU" smtClean="0"/>
              <a:pPr/>
              <a:t>29-10-2024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27076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7746" y="9427076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B9860-BD60-D744-84C1-C071B5E7E24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62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B9860-BD60-D744-84C1-C071B5E7E24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284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B9860-BD60-D744-84C1-C071B5E7E24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81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hyperlink" Target="https://disk.rzd/pbl/bc6c0e93-d544-11ed-9ff8-005056b7ac52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hyperlink" Target="https://qr-online.ru/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793A841A-DB23-A362-B496-85DDD1C1D359}"/>
              </a:ext>
            </a:extLst>
          </p:cNvPr>
          <p:cNvSpPr txBox="1"/>
          <p:nvPr userDrawn="1"/>
        </p:nvSpPr>
        <p:spPr>
          <a:xfrm>
            <a:off x="768836" y="312103"/>
            <a:ext cx="9683263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150" b="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СОДЕРЖАНИЕ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FA230C3-6A98-7025-7EF6-15E2AE872636}"/>
              </a:ext>
            </a:extLst>
          </p:cNvPr>
          <p:cNvSpPr/>
          <p:nvPr userDrawn="1"/>
        </p:nvSpPr>
        <p:spPr>
          <a:xfrm>
            <a:off x="1056011" y="3429000"/>
            <a:ext cx="1387784" cy="1577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8CEE4-C68F-B13C-57D6-A9A25E4D356F}"/>
              </a:ext>
            </a:extLst>
          </p:cNvPr>
          <p:cNvSpPr txBox="1"/>
          <p:nvPr userDrawn="1"/>
        </p:nvSpPr>
        <p:spPr>
          <a:xfrm>
            <a:off x="1056000" y="2694383"/>
            <a:ext cx="13877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0" kern="1200" spc="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3–27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33A2B-6998-91C5-7B61-80587027BDD6}"/>
              </a:ext>
            </a:extLst>
          </p:cNvPr>
          <p:cNvSpPr txBox="1"/>
          <p:nvPr userDrawn="1"/>
        </p:nvSpPr>
        <p:spPr>
          <a:xfrm>
            <a:off x="944746" y="3894344"/>
            <a:ext cx="1610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ВСЕХ ЦЕЛЕВЫХ АУДИТОРИЙ</a:t>
            </a:r>
            <a:endParaRPr lang="ru-RU" sz="1200" b="1" spc="100" baseline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EA350-F4D9-0489-8859-FB853EBC1D90}"/>
              </a:ext>
            </a:extLst>
          </p:cNvPr>
          <p:cNvSpPr txBox="1"/>
          <p:nvPr userDrawn="1"/>
        </p:nvSpPr>
        <p:spPr>
          <a:xfrm>
            <a:off x="5317052" y="1445618"/>
            <a:ext cx="151676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500" b="0" kern="1200" spc="600" dirty="0">
                <a:ln w="12700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СЛАЙДЫ</a:t>
            </a:r>
            <a:endParaRPr lang="ru-RU" sz="1500" b="0" spc="600" dirty="0">
              <a:ln w="12700" cap="sq">
                <a:solidFill>
                  <a:schemeClr val="tx1"/>
                </a:solidFill>
                <a:miter lim="800000"/>
              </a:ln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7566ED1-67B1-20D4-3DD3-F7F09DFD07A1}"/>
              </a:ext>
            </a:extLst>
          </p:cNvPr>
          <p:cNvCxnSpPr>
            <a:cxnSpLocks/>
          </p:cNvCxnSpPr>
          <p:nvPr userDrawn="1"/>
        </p:nvCxnSpPr>
        <p:spPr>
          <a:xfrm>
            <a:off x="866827" y="1869513"/>
            <a:ext cx="104652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2D2499C-ED9D-64BC-A139-0C5F27D73D89}"/>
              </a:ext>
            </a:extLst>
          </p:cNvPr>
          <p:cNvCxnSpPr/>
          <p:nvPr userDrawn="1"/>
        </p:nvCxnSpPr>
        <p:spPr>
          <a:xfrm>
            <a:off x="866827" y="2171330"/>
            <a:ext cx="0" cy="4245346"/>
          </a:xfrm>
          <a:prstGeom prst="line">
            <a:avLst/>
          </a:prstGeom>
          <a:ln w="190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56F9D5E-A043-94B9-4179-6CDA556B9EDC}"/>
              </a:ext>
            </a:extLst>
          </p:cNvPr>
          <p:cNvCxnSpPr/>
          <p:nvPr userDrawn="1"/>
        </p:nvCxnSpPr>
        <p:spPr>
          <a:xfrm>
            <a:off x="2603029" y="2171330"/>
            <a:ext cx="0" cy="4245346"/>
          </a:xfrm>
          <a:prstGeom prst="line">
            <a:avLst/>
          </a:prstGeom>
          <a:ln w="190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7B8192C-2A9E-9F36-E61C-4C6395197998}"/>
              </a:ext>
            </a:extLst>
          </p:cNvPr>
          <p:cNvCxnSpPr/>
          <p:nvPr userDrawn="1"/>
        </p:nvCxnSpPr>
        <p:spPr>
          <a:xfrm>
            <a:off x="4339231" y="2171330"/>
            <a:ext cx="0" cy="4245346"/>
          </a:xfrm>
          <a:prstGeom prst="line">
            <a:avLst/>
          </a:prstGeom>
          <a:ln w="190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2924CE0-BB58-1E70-98D2-643A5AA5199B}"/>
              </a:ext>
            </a:extLst>
          </p:cNvPr>
          <p:cNvCxnSpPr/>
          <p:nvPr userDrawn="1"/>
        </p:nvCxnSpPr>
        <p:spPr>
          <a:xfrm>
            <a:off x="6075433" y="2171330"/>
            <a:ext cx="0" cy="4245346"/>
          </a:xfrm>
          <a:prstGeom prst="line">
            <a:avLst/>
          </a:prstGeom>
          <a:ln w="190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A3FCDBD-1311-EB87-C29A-8458552ADCB3}"/>
              </a:ext>
            </a:extLst>
          </p:cNvPr>
          <p:cNvCxnSpPr/>
          <p:nvPr userDrawn="1"/>
        </p:nvCxnSpPr>
        <p:spPr>
          <a:xfrm>
            <a:off x="7811635" y="2171330"/>
            <a:ext cx="0" cy="4245346"/>
          </a:xfrm>
          <a:prstGeom prst="line">
            <a:avLst/>
          </a:prstGeom>
          <a:ln w="190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A19ABFF-2E4D-3CF7-2559-185440599E32}"/>
              </a:ext>
            </a:extLst>
          </p:cNvPr>
          <p:cNvCxnSpPr/>
          <p:nvPr userDrawn="1"/>
        </p:nvCxnSpPr>
        <p:spPr>
          <a:xfrm>
            <a:off x="9547837" y="2171330"/>
            <a:ext cx="0" cy="4245346"/>
          </a:xfrm>
          <a:prstGeom prst="line">
            <a:avLst/>
          </a:prstGeom>
          <a:ln w="190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80BA1A37-6F0F-69B8-4EFC-F68D43FFA2B4}"/>
              </a:ext>
            </a:extLst>
          </p:cNvPr>
          <p:cNvCxnSpPr>
            <a:cxnSpLocks/>
          </p:cNvCxnSpPr>
          <p:nvPr userDrawn="1"/>
        </p:nvCxnSpPr>
        <p:spPr>
          <a:xfrm>
            <a:off x="11332029" y="2171330"/>
            <a:ext cx="0" cy="4245346"/>
          </a:xfrm>
          <a:prstGeom prst="line">
            <a:avLst/>
          </a:prstGeom>
          <a:ln w="190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7E5E2E6-E74F-31CD-CCEE-09410830537D}"/>
              </a:ext>
            </a:extLst>
          </p:cNvPr>
          <p:cNvSpPr/>
          <p:nvPr userDrawn="1"/>
        </p:nvSpPr>
        <p:spPr>
          <a:xfrm>
            <a:off x="2794018" y="3429000"/>
            <a:ext cx="1387784" cy="157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2DF628-7776-BC79-22FE-C742945C14CE}"/>
              </a:ext>
            </a:extLst>
          </p:cNvPr>
          <p:cNvSpPr txBox="1"/>
          <p:nvPr userDrawn="1"/>
        </p:nvSpPr>
        <p:spPr>
          <a:xfrm>
            <a:off x="2641994" y="2694383"/>
            <a:ext cx="1691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0" kern="1200" spc="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28–52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EA554B-558A-2E0A-3648-B7795CF78F90}"/>
              </a:ext>
            </a:extLst>
          </p:cNvPr>
          <p:cNvSpPr txBox="1"/>
          <p:nvPr userDrawn="1"/>
        </p:nvSpPr>
        <p:spPr>
          <a:xfrm>
            <a:off x="2695767" y="3894344"/>
            <a:ext cx="1584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ПРОИЗВОД-СТВЕННОГО ПЕРСОНАЛА</a:t>
            </a:r>
            <a:endParaRPr lang="ru-RU" sz="1200" b="1" spc="100" baseline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9224316-67FC-1340-45DD-906DD5FC9BB7}"/>
              </a:ext>
            </a:extLst>
          </p:cNvPr>
          <p:cNvSpPr/>
          <p:nvPr userDrawn="1"/>
        </p:nvSpPr>
        <p:spPr>
          <a:xfrm>
            <a:off x="4532025" y="3429000"/>
            <a:ext cx="1387784" cy="157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014A8C-44A5-370C-B248-737270E41071}"/>
              </a:ext>
            </a:extLst>
          </p:cNvPr>
          <p:cNvSpPr txBox="1"/>
          <p:nvPr userDrawn="1"/>
        </p:nvSpPr>
        <p:spPr>
          <a:xfrm>
            <a:off x="4381806" y="2694383"/>
            <a:ext cx="1688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0" kern="1200" spc="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53–77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641E10-F3BB-1BC2-E365-927084AD7304}"/>
              </a:ext>
            </a:extLst>
          </p:cNvPr>
          <p:cNvSpPr txBox="1"/>
          <p:nvPr userDrawn="1"/>
        </p:nvSpPr>
        <p:spPr>
          <a:xfrm>
            <a:off x="4304952" y="3894344"/>
            <a:ext cx="184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СПЕЦИАЛИСТОВ И СЛУЖАЩИХ</a:t>
            </a:r>
            <a:endParaRPr lang="ru-RU" sz="1200" b="1" spc="100" baseline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F10AB74-9CF7-FEFA-B87C-2EB955174EAA}"/>
              </a:ext>
            </a:extLst>
          </p:cNvPr>
          <p:cNvSpPr/>
          <p:nvPr userDrawn="1"/>
        </p:nvSpPr>
        <p:spPr>
          <a:xfrm>
            <a:off x="6244434" y="3429000"/>
            <a:ext cx="1387784" cy="1577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C34096-073E-2BB6-B7B2-15B59278226B}"/>
              </a:ext>
            </a:extLst>
          </p:cNvPr>
          <p:cNvSpPr txBox="1"/>
          <p:nvPr userDrawn="1"/>
        </p:nvSpPr>
        <p:spPr>
          <a:xfrm>
            <a:off x="6096030" y="2694383"/>
            <a:ext cx="1684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0" kern="1200" spc="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78–102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FE3CC5-B1D9-C2F7-12DF-E5B43C818AAE}"/>
              </a:ext>
            </a:extLst>
          </p:cNvPr>
          <p:cNvSpPr txBox="1"/>
          <p:nvPr userDrawn="1"/>
        </p:nvSpPr>
        <p:spPr>
          <a:xfrm>
            <a:off x="6023884" y="3894344"/>
            <a:ext cx="1828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ИТ-</a:t>
            </a:r>
            <a:b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СПЕЦИАЛИСТОВ</a:t>
            </a:r>
            <a:endParaRPr lang="ru-RU" sz="1200" b="1" spc="100" baseline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A319736-BE47-86E1-7D6E-46061736D8E0}"/>
              </a:ext>
            </a:extLst>
          </p:cNvPr>
          <p:cNvSpPr/>
          <p:nvPr userDrawn="1"/>
        </p:nvSpPr>
        <p:spPr>
          <a:xfrm>
            <a:off x="8008039" y="3429000"/>
            <a:ext cx="1387784" cy="1577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79C0A2-3FE6-3427-643A-621187F47D07}"/>
              </a:ext>
            </a:extLst>
          </p:cNvPr>
          <p:cNvSpPr txBox="1"/>
          <p:nvPr userDrawn="1"/>
        </p:nvSpPr>
        <p:spPr>
          <a:xfrm>
            <a:off x="7795276" y="2694383"/>
            <a:ext cx="1813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0" kern="1200" spc="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103–127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CCE233-B919-6D27-5F9D-3B1BD3F15F7C}"/>
              </a:ext>
            </a:extLst>
          </p:cNvPr>
          <p:cNvSpPr txBox="1"/>
          <p:nvPr userDrawn="1"/>
        </p:nvSpPr>
        <p:spPr>
          <a:xfrm>
            <a:off x="7877876" y="3894344"/>
            <a:ext cx="1648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СТУДЕНТОВ</a:t>
            </a:r>
            <a:b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МОЛОДЕЖИ</a:t>
            </a:r>
            <a:endParaRPr lang="ru-RU" sz="1200" b="1" spc="100" baseline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F742CA8-EFDF-D15B-8941-778E2E0ADC5A}"/>
              </a:ext>
            </a:extLst>
          </p:cNvPr>
          <p:cNvSpPr/>
          <p:nvPr userDrawn="1"/>
        </p:nvSpPr>
        <p:spPr>
          <a:xfrm>
            <a:off x="9746047" y="3429000"/>
            <a:ext cx="1387784" cy="1577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1C63DC-3C91-15FB-EF98-F0B822F911BA}"/>
              </a:ext>
            </a:extLst>
          </p:cNvPr>
          <p:cNvSpPr txBox="1"/>
          <p:nvPr userDrawn="1"/>
        </p:nvSpPr>
        <p:spPr>
          <a:xfrm>
            <a:off x="9410348" y="2694383"/>
            <a:ext cx="2059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0" kern="1200" spc="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128–132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CF23DD-61E5-5734-4CF3-7517DEB48D37}"/>
              </a:ext>
            </a:extLst>
          </p:cNvPr>
          <p:cNvSpPr txBox="1"/>
          <p:nvPr userDrawn="1"/>
        </p:nvSpPr>
        <p:spPr>
          <a:xfrm>
            <a:off x="9595818" y="3894344"/>
            <a:ext cx="1688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kern="1200" spc="100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ИНСТРУКЦИЯ</a:t>
            </a:r>
            <a:endParaRPr lang="ru-RU" sz="1200" b="1" spc="100" baseline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DDAB06-BB7A-6ED0-46D6-A9117D5CDB99}"/>
              </a:ext>
            </a:extLst>
          </p:cNvPr>
          <p:cNvSpPr txBox="1"/>
          <p:nvPr userDrawn="1"/>
        </p:nvSpPr>
        <p:spPr>
          <a:xfrm>
            <a:off x="861315" y="5083519"/>
            <a:ext cx="1747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универсальные слайды в цветах, подходящих для всех целевых аудиторий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541986-F9C7-329E-07C4-575B09657AF4}"/>
              </a:ext>
            </a:extLst>
          </p:cNvPr>
          <p:cNvSpPr txBox="1"/>
          <p:nvPr userDrawn="1"/>
        </p:nvSpPr>
        <p:spPr>
          <a:xfrm>
            <a:off x="2669270" y="5083519"/>
            <a:ext cx="1603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слайды в цветах для целевой аудитории «Производственный персонал»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EEAEB1-7471-9281-0BD5-D93AE60CCEA1}"/>
              </a:ext>
            </a:extLst>
          </p:cNvPr>
          <p:cNvSpPr txBox="1"/>
          <p:nvPr userDrawn="1"/>
        </p:nvSpPr>
        <p:spPr>
          <a:xfrm>
            <a:off x="4298097" y="5083519"/>
            <a:ext cx="1818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слайды в цветах для целевой аудитории «Специалисты, служащие, инженерно-технические работники и руководители»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B1B57C-AC41-6054-4524-B85E83AF837B}"/>
              </a:ext>
            </a:extLst>
          </p:cNvPr>
          <p:cNvSpPr txBox="1"/>
          <p:nvPr userDrawn="1"/>
        </p:nvSpPr>
        <p:spPr>
          <a:xfrm>
            <a:off x="6123423" y="5083519"/>
            <a:ext cx="16402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слайды в цветах для целевой аудитории</a:t>
            </a:r>
            <a:b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«ИТ-специалисты»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9BDD89-C2A1-7B1A-4213-0B10D6BAC44C}"/>
              </a:ext>
            </a:extLst>
          </p:cNvPr>
          <p:cNvSpPr txBox="1"/>
          <p:nvPr userDrawn="1"/>
        </p:nvSpPr>
        <p:spPr>
          <a:xfrm>
            <a:off x="7836742" y="5083519"/>
            <a:ext cx="16859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слайды в цветах для целевой аудитории «Студенты</a:t>
            </a:r>
            <a:b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молодежь»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5CAB11-13B6-6567-5EB6-87437503D010}"/>
              </a:ext>
            </a:extLst>
          </p:cNvPr>
          <p:cNvSpPr txBox="1"/>
          <p:nvPr userDrawn="1"/>
        </p:nvSpPr>
        <p:spPr>
          <a:xfrm>
            <a:off x="9681858" y="5083519"/>
            <a:ext cx="1468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короткое руководство</a:t>
            </a:r>
            <a:b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000" b="0" i="0" kern="1200" spc="0" baseline="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 использованию шаблона</a:t>
            </a:r>
          </a:p>
        </p:txBody>
      </p:sp>
    </p:spTree>
    <p:extLst>
      <p:ext uri="{BB962C8B-B14F-4D97-AF65-F5344CB8AC3E}">
        <p14:creationId xmlns:p14="http://schemas.microsoft.com/office/powerpoint/2010/main" val="3793738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(Общий) Титул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52A3713-1DE2-F5A8-0F79-EFDCF3DC72A8}"/>
              </a:ext>
            </a:extLst>
          </p:cNvPr>
          <p:cNvGrpSpPr/>
          <p:nvPr userDrawn="1"/>
        </p:nvGrpSpPr>
        <p:grpSpPr>
          <a:xfrm>
            <a:off x="0" y="1376362"/>
            <a:ext cx="12479070" cy="3672171"/>
            <a:chOff x="28575" y="1376362"/>
            <a:chExt cx="12479070" cy="3672171"/>
          </a:xfrm>
          <a:solidFill>
            <a:srgbClr val="FF0000"/>
          </a:solidFill>
        </p:grpSpPr>
        <p:sp>
          <p:nvSpPr>
            <p:cNvPr id="11" name="Прямоугольник 2">
              <a:extLst>
                <a:ext uri="{FF2B5EF4-FFF2-40B4-BE49-F238E27FC236}">
                  <a16:creationId xmlns:a16="http://schemas.microsoft.com/office/drawing/2014/main" id="{C8F80AAA-8A74-5FAF-C2B1-6723DDA245FD}"/>
                </a:ext>
              </a:extLst>
            </p:cNvPr>
            <p:cNvSpPr/>
            <p:nvPr userDrawn="1"/>
          </p:nvSpPr>
          <p:spPr>
            <a:xfrm>
              <a:off x="28575" y="1376363"/>
              <a:ext cx="10149541" cy="367217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41" h="3672170">
                  <a:moveTo>
                    <a:pt x="0" y="0"/>
                  </a:moveTo>
                  <a:lnTo>
                    <a:pt x="10149541" y="3175"/>
                  </a:lnTo>
                  <a:lnTo>
                    <a:pt x="7395135" y="3667501"/>
                  </a:lnTo>
                  <a:lnTo>
                    <a:pt x="0" y="3672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2" name="Прямоугольник 2">
              <a:extLst>
                <a:ext uri="{FF2B5EF4-FFF2-40B4-BE49-F238E27FC236}">
                  <a16:creationId xmlns:a16="http://schemas.microsoft.com/office/drawing/2014/main" id="{F2C24A5E-96AF-AD22-B446-B08F2D5FD9AB}"/>
                </a:ext>
              </a:extLst>
            </p:cNvPr>
            <p:cNvSpPr/>
            <p:nvPr userDrawn="1"/>
          </p:nvSpPr>
          <p:spPr>
            <a:xfrm>
              <a:off x="9588944" y="1377427"/>
              <a:ext cx="1299451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3" name="Прямоугольник 2">
              <a:extLst>
                <a:ext uri="{FF2B5EF4-FFF2-40B4-BE49-F238E27FC236}">
                  <a16:creationId xmlns:a16="http://schemas.microsoft.com/office/drawing/2014/main" id="{E5BB677D-8680-DDC8-96D4-94CF8DC9FAC1}"/>
                </a:ext>
              </a:extLst>
            </p:cNvPr>
            <p:cNvSpPr/>
            <p:nvPr userDrawn="1"/>
          </p:nvSpPr>
          <p:spPr>
            <a:xfrm>
              <a:off x="10287445" y="1377427"/>
              <a:ext cx="123277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" name="Прямоугольник 2">
              <a:extLst>
                <a:ext uri="{FF2B5EF4-FFF2-40B4-BE49-F238E27FC236}">
                  <a16:creationId xmlns:a16="http://schemas.microsoft.com/office/drawing/2014/main" id="{944E8809-ABAF-574E-41B8-29348CF8A110}"/>
                </a:ext>
              </a:extLst>
            </p:cNvPr>
            <p:cNvSpPr/>
            <p:nvPr userDrawn="1"/>
          </p:nvSpPr>
          <p:spPr>
            <a:xfrm>
              <a:off x="10906570" y="1377427"/>
              <a:ext cx="117562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8090" h="3659521">
                  <a:moveTo>
                    <a:pt x="2747535" y="6299"/>
                  </a:moveTo>
                  <a:lnTo>
                    <a:pt x="3508090" y="0"/>
                  </a:lnTo>
                  <a:lnTo>
                    <a:pt x="782106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5" name="Прямоугольник 2">
              <a:extLst>
                <a:ext uri="{FF2B5EF4-FFF2-40B4-BE49-F238E27FC236}">
                  <a16:creationId xmlns:a16="http://schemas.microsoft.com/office/drawing/2014/main" id="{A77A7A27-FC04-AB82-5B7B-877BE650A89E}"/>
                </a:ext>
              </a:extLst>
            </p:cNvPr>
            <p:cNvSpPr/>
            <p:nvPr userDrawn="1"/>
          </p:nvSpPr>
          <p:spPr>
            <a:xfrm>
              <a:off x="11500294" y="1376362"/>
              <a:ext cx="1007351" cy="122587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A1C9D-1393-2829-F295-F35E4F037A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818288"/>
            <a:ext cx="7813675" cy="2785241"/>
          </a:xfrm>
        </p:spPr>
        <p:txBody>
          <a:bodyPr anchor="t">
            <a:normAutofit/>
          </a:bodyPr>
          <a:lstStyle>
            <a:lvl1pPr algn="l">
              <a:defRPr sz="4800">
                <a:ln w="15875" cap="sq">
                  <a:solidFill>
                    <a:schemeClr val="bg1"/>
                  </a:solidFill>
                  <a:miter lim="800000"/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/ ЗАГОЛОВОК ЗАГЛАВНЫМИ</a:t>
            </a:r>
            <a:br>
              <a:rPr lang="ru-RU" dirty="0"/>
            </a:br>
            <a:r>
              <a:rPr lang="ru-RU" dirty="0"/>
              <a:t>БУКВАМИ МАКСИМУМ</a:t>
            </a:r>
            <a:br>
              <a:rPr lang="ru-RU" dirty="0"/>
            </a:br>
            <a:r>
              <a:rPr lang="ru-RU" dirty="0"/>
              <a:t>4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3BDE24-C031-D378-717E-89E36F6ED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5277997"/>
            <a:ext cx="7813675" cy="706878"/>
          </a:xfrm>
        </p:spPr>
        <p:txBody>
          <a:bodyPr/>
          <a:lstStyle>
            <a:lvl1pPr marL="0" indent="0" algn="l">
              <a:buNone/>
              <a:defRPr sz="2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962D65E-3000-8167-E4DC-9F0655AABB85}"/>
              </a:ext>
            </a:extLst>
          </p:cNvPr>
          <p:cNvGrpSpPr/>
          <p:nvPr userDrawn="1"/>
        </p:nvGrpSpPr>
        <p:grpSpPr>
          <a:xfrm>
            <a:off x="874713" y="551990"/>
            <a:ext cx="45719" cy="272382"/>
            <a:chOff x="1046163" y="441325"/>
            <a:chExt cx="45719" cy="272382"/>
          </a:xfrm>
          <a:solidFill>
            <a:schemeClr val="tx1"/>
          </a:solidFill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7138E7FC-EAFE-2F61-E3D0-E4CA25F78D5C}"/>
                </a:ext>
              </a:extLst>
            </p:cNvPr>
            <p:cNvSpPr/>
            <p:nvPr userDrawn="1"/>
          </p:nvSpPr>
          <p:spPr>
            <a:xfrm>
              <a:off x="1046163" y="441325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333448DB-152E-FD22-32C2-388CB0CAEAC8}"/>
                </a:ext>
              </a:extLst>
            </p:cNvPr>
            <p:cNvSpPr/>
            <p:nvPr userDrawn="1"/>
          </p:nvSpPr>
          <p:spPr>
            <a:xfrm>
              <a:off x="1046163" y="554657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431F110-256C-9C8B-EE94-9206505C7899}"/>
                </a:ext>
              </a:extLst>
            </p:cNvPr>
            <p:cNvSpPr/>
            <p:nvPr userDrawn="1"/>
          </p:nvSpPr>
          <p:spPr>
            <a:xfrm>
              <a:off x="1046163" y="667988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4250D4-215D-0F83-A3C9-81416D891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531" y="5461864"/>
            <a:ext cx="2460557" cy="5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68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A4A3A4"/>
          </p15:clr>
        </p15:guide>
        <p15:guide id="2" pos="279">
          <p15:clr>
            <a:srgbClr val="A4A3A4"/>
          </p15:clr>
        </p15:guide>
        <p15:guide id="3" pos="551">
          <p15:clr>
            <a:srgbClr val="A4A3A4"/>
          </p15:clr>
        </p15:guide>
        <p15:guide id="4" pos="1096">
          <p15:clr>
            <a:srgbClr val="A4A3A4"/>
          </p15:clr>
        </p15:guide>
        <p15:guide id="5" pos="1640">
          <p15:clr>
            <a:srgbClr val="A4A3A4"/>
          </p15:clr>
        </p15:guide>
        <p15:guide id="6" pos="2184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>
          <p15:clr>
            <a:srgbClr val="A4A3A4"/>
          </p15:clr>
        </p15:guide>
        <p15:guide id="9" pos="3840">
          <p15:clr>
            <a:srgbClr val="A4A3A4"/>
          </p15:clr>
        </p15:guide>
        <p15:guide id="10" pos="4384">
          <p15:clr>
            <a:srgbClr val="A4A3A4"/>
          </p15:clr>
        </p15:guide>
        <p15:guide id="11" pos="4929">
          <p15:clr>
            <a:srgbClr val="A4A3A4"/>
          </p15:clr>
        </p15:guide>
        <p15:guide id="12" pos="5473">
          <p15:clr>
            <a:srgbClr val="A4A3A4"/>
          </p15:clr>
        </p15:guide>
        <p15:guide id="13" pos="6040">
          <p15:clr>
            <a:srgbClr val="A4A3A4"/>
          </p15:clr>
        </p15:guide>
        <p15:guide id="14" pos="6584">
          <p15:clr>
            <a:srgbClr val="A4A3A4"/>
          </p15:clr>
        </p15:guide>
        <p15:guide id="15" pos="7129">
          <p15:clr>
            <a:srgbClr val="A4A3A4"/>
          </p15:clr>
        </p15:guide>
        <p15:guide id="16" pos="7401">
          <p15:clr>
            <a:srgbClr val="A4A3A4"/>
          </p15:clr>
        </p15:guide>
        <p15:guide id="17" orient="horz" pos="550">
          <p15:clr>
            <a:srgbClr val="A4A3A4"/>
          </p15:clr>
        </p15:guide>
        <p15:guide id="18" orient="horz" pos="3770">
          <p15:clr>
            <a:srgbClr val="A4A3A4"/>
          </p15:clr>
        </p15:guide>
        <p15:guide id="19" orient="horz" pos="4042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Рабочие) 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52A3713-1DE2-F5A8-0F79-EFDCF3DC72A8}"/>
              </a:ext>
            </a:extLst>
          </p:cNvPr>
          <p:cNvGrpSpPr/>
          <p:nvPr userDrawn="1"/>
        </p:nvGrpSpPr>
        <p:grpSpPr>
          <a:xfrm>
            <a:off x="0" y="1376362"/>
            <a:ext cx="12479070" cy="3672171"/>
            <a:chOff x="28575" y="1376362"/>
            <a:chExt cx="12479070" cy="3672171"/>
          </a:xfrm>
          <a:solidFill>
            <a:srgbClr val="FF8710"/>
          </a:solidFill>
        </p:grpSpPr>
        <p:sp>
          <p:nvSpPr>
            <p:cNvPr id="11" name="Прямоугольник 2">
              <a:extLst>
                <a:ext uri="{FF2B5EF4-FFF2-40B4-BE49-F238E27FC236}">
                  <a16:creationId xmlns:a16="http://schemas.microsoft.com/office/drawing/2014/main" id="{C8F80AAA-8A74-5FAF-C2B1-6723DDA245FD}"/>
                </a:ext>
              </a:extLst>
            </p:cNvPr>
            <p:cNvSpPr/>
            <p:nvPr userDrawn="1"/>
          </p:nvSpPr>
          <p:spPr>
            <a:xfrm>
              <a:off x="28575" y="1376363"/>
              <a:ext cx="10149541" cy="367217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41" h="3672170">
                  <a:moveTo>
                    <a:pt x="0" y="0"/>
                  </a:moveTo>
                  <a:lnTo>
                    <a:pt x="10149541" y="3175"/>
                  </a:lnTo>
                  <a:lnTo>
                    <a:pt x="7395135" y="3667501"/>
                  </a:lnTo>
                  <a:lnTo>
                    <a:pt x="0" y="3672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2" name="Прямоугольник 2">
              <a:extLst>
                <a:ext uri="{FF2B5EF4-FFF2-40B4-BE49-F238E27FC236}">
                  <a16:creationId xmlns:a16="http://schemas.microsoft.com/office/drawing/2014/main" id="{F2C24A5E-96AF-AD22-B446-B08F2D5FD9AB}"/>
                </a:ext>
              </a:extLst>
            </p:cNvPr>
            <p:cNvSpPr/>
            <p:nvPr userDrawn="1"/>
          </p:nvSpPr>
          <p:spPr>
            <a:xfrm>
              <a:off x="9588944" y="1377427"/>
              <a:ext cx="1299451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3" name="Прямоугольник 2">
              <a:extLst>
                <a:ext uri="{FF2B5EF4-FFF2-40B4-BE49-F238E27FC236}">
                  <a16:creationId xmlns:a16="http://schemas.microsoft.com/office/drawing/2014/main" id="{E5BB677D-8680-DDC8-96D4-94CF8DC9FAC1}"/>
                </a:ext>
              </a:extLst>
            </p:cNvPr>
            <p:cNvSpPr/>
            <p:nvPr userDrawn="1"/>
          </p:nvSpPr>
          <p:spPr>
            <a:xfrm>
              <a:off x="10287445" y="1377427"/>
              <a:ext cx="123277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" name="Прямоугольник 2">
              <a:extLst>
                <a:ext uri="{FF2B5EF4-FFF2-40B4-BE49-F238E27FC236}">
                  <a16:creationId xmlns:a16="http://schemas.microsoft.com/office/drawing/2014/main" id="{944E8809-ABAF-574E-41B8-29348CF8A110}"/>
                </a:ext>
              </a:extLst>
            </p:cNvPr>
            <p:cNvSpPr/>
            <p:nvPr userDrawn="1"/>
          </p:nvSpPr>
          <p:spPr>
            <a:xfrm>
              <a:off x="10906570" y="1377427"/>
              <a:ext cx="117562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8090" h="3659521">
                  <a:moveTo>
                    <a:pt x="2747535" y="6299"/>
                  </a:moveTo>
                  <a:lnTo>
                    <a:pt x="3508090" y="0"/>
                  </a:lnTo>
                  <a:lnTo>
                    <a:pt x="782106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5" name="Прямоугольник 2">
              <a:extLst>
                <a:ext uri="{FF2B5EF4-FFF2-40B4-BE49-F238E27FC236}">
                  <a16:creationId xmlns:a16="http://schemas.microsoft.com/office/drawing/2014/main" id="{A77A7A27-FC04-AB82-5B7B-877BE650A89E}"/>
                </a:ext>
              </a:extLst>
            </p:cNvPr>
            <p:cNvSpPr/>
            <p:nvPr userDrawn="1"/>
          </p:nvSpPr>
          <p:spPr>
            <a:xfrm>
              <a:off x="11500294" y="1376362"/>
              <a:ext cx="1007351" cy="122587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A1C9D-1393-2829-F295-F35E4F037A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818288"/>
            <a:ext cx="7813675" cy="2785241"/>
          </a:xfrm>
        </p:spPr>
        <p:txBody>
          <a:bodyPr anchor="t">
            <a:normAutofit/>
          </a:bodyPr>
          <a:lstStyle>
            <a:lvl1pPr algn="l">
              <a:defRPr sz="480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/ ЗАГОЛОВОК ЗАГЛАВНЫМИ</a:t>
            </a:r>
            <a:br>
              <a:rPr lang="ru-RU" dirty="0"/>
            </a:br>
            <a:r>
              <a:rPr lang="ru-RU" dirty="0"/>
              <a:t>БУКВАМИ МАКСИМУМ</a:t>
            </a:r>
            <a:br>
              <a:rPr lang="ru-RU" dirty="0"/>
            </a:br>
            <a:r>
              <a:rPr lang="ru-RU" dirty="0"/>
              <a:t>4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3BDE24-C031-D378-717E-89E36F6ED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5277997"/>
            <a:ext cx="7813675" cy="706878"/>
          </a:xfrm>
        </p:spPr>
        <p:txBody>
          <a:bodyPr/>
          <a:lstStyle>
            <a:lvl1pPr marL="0" indent="0" algn="l">
              <a:buNone/>
              <a:defRPr sz="2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81EB675-2032-3FC2-8461-B62DE10E52EF}"/>
              </a:ext>
            </a:extLst>
          </p:cNvPr>
          <p:cNvGrpSpPr/>
          <p:nvPr userDrawn="1"/>
        </p:nvGrpSpPr>
        <p:grpSpPr>
          <a:xfrm>
            <a:off x="874713" y="551990"/>
            <a:ext cx="45719" cy="272382"/>
            <a:chOff x="1046163" y="441325"/>
            <a:chExt cx="45719" cy="272382"/>
          </a:xfrm>
          <a:solidFill>
            <a:schemeClr val="tx1"/>
          </a:solidFill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3594B65-5F04-CCBA-1C1A-A1BBBE67C2E7}"/>
                </a:ext>
              </a:extLst>
            </p:cNvPr>
            <p:cNvSpPr/>
            <p:nvPr userDrawn="1"/>
          </p:nvSpPr>
          <p:spPr>
            <a:xfrm>
              <a:off x="1046163" y="441325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78BA2D45-682F-A0E5-F970-D9F138C15FAC}"/>
                </a:ext>
              </a:extLst>
            </p:cNvPr>
            <p:cNvSpPr/>
            <p:nvPr userDrawn="1"/>
          </p:nvSpPr>
          <p:spPr>
            <a:xfrm>
              <a:off x="1046163" y="554657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176907D2-D1CD-240C-B67B-A5E080B4A574}"/>
                </a:ext>
              </a:extLst>
            </p:cNvPr>
            <p:cNvSpPr/>
            <p:nvPr userDrawn="1"/>
          </p:nvSpPr>
          <p:spPr>
            <a:xfrm>
              <a:off x="1046163" y="667988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319ADB-0BF7-318A-DA58-9CD87F86F2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531" y="5461864"/>
            <a:ext cx="2460557" cy="5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31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7" orient="horz" pos="550" userDrawn="1">
          <p15:clr>
            <a:srgbClr val="A4A3A4"/>
          </p15:clr>
        </p15:guide>
        <p15:guide id="18" orient="horz" pos="3770" userDrawn="1">
          <p15:clr>
            <a:srgbClr val="A4A3A4"/>
          </p15:clr>
        </p15:guide>
        <p15:guide id="19" orient="horz" pos="4042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Офис) 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D9569C36-FEFF-A131-A5F2-1825AF07B96D}"/>
              </a:ext>
            </a:extLst>
          </p:cNvPr>
          <p:cNvGrpSpPr/>
          <p:nvPr userDrawn="1"/>
        </p:nvGrpSpPr>
        <p:grpSpPr>
          <a:xfrm>
            <a:off x="0" y="1376362"/>
            <a:ext cx="12479070" cy="3672171"/>
            <a:chOff x="28575" y="1376362"/>
            <a:chExt cx="12479070" cy="3672171"/>
          </a:xfrm>
          <a:solidFill>
            <a:srgbClr val="0AB773"/>
          </a:solidFill>
        </p:grpSpPr>
        <p:sp>
          <p:nvSpPr>
            <p:cNvPr id="25" name="Прямоугольник 2">
              <a:extLst>
                <a:ext uri="{FF2B5EF4-FFF2-40B4-BE49-F238E27FC236}">
                  <a16:creationId xmlns:a16="http://schemas.microsoft.com/office/drawing/2014/main" id="{9D257D26-21C6-F487-3230-AC2E6D8E56E9}"/>
                </a:ext>
              </a:extLst>
            </p:cNvPr>
            <p:cNvSpPr/>
            <p:nvPr userDrawn="1"/>
          </p:nvSpPr>
          <p:spPr>
            <a:xfrm>
              <a:off x="28575" y="1376363"/>
              <a:ext cx="10149541" cy="367217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41" h="3672170">
                  <a:moveTo>
                    <a:pt x="0" y="0"/>
                  </a:moveTo>
                  <a:lnTo>
                    <a:pt x="10149541" y="3175"/>
                  </a:lnTo>
                  <a:lnTo>
                    <a:pt x="7395135" y="3667501"/>
                  </a:lnTo>
                  <a:lnTo>
                    <a:pt x="0" y="3672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Прямоугольник 2">
              <a:extLst>
                <a:ext uri="{FF2B5EF4-FFF2-40B4-BE49-F238E27FC236}">
                  <a16:creationId xmlns:a16="http://schemas.microsoft.com/office/drawing/2014/main" id="{FD22B20D-F0B5-29A0-92DB-58696EE5A65F}"/>
                </a:ext>
              </a:extLst>
            </p:cNvPr>
            <p:cNvSpPr/>
            <p:nvPr userDrawn="1"/>
          </p:nvSpPr>
          <p:spPr>
            <a:xfrm>
              <a:off x="9588944" y="1377427"/>
              <a:ext cx="1299451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7" name="Прямоугольник 2">
              <a:extLst>
                <a:ext uri="{FF2B5EF4-FFF2-40B4-BE49-F238E27FC236}">
                  <a16:creationId xmlns:a16="http://schemas.microsoft.com/office/drawing/2014/main" id="{44C1E0F4-A4C9-5345-7544-C7FA0E3E7A14}"/>
                </a:ext>
              </a:extLst>
            </p:cNvPr>
            <p:cNvSpPr/>
            <p:nvPr userDrawn="1"/>
          </p:nvSpPr>
          <p:spPr>
            <a:xfrm>
              <a:off x="10287445" y="1377427"/>
              <a:ext cx="123277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8" name="Прямоугольник 2">
              <a:extLst>
                <a:ext uri="{FF2B5EF4-FFF2-40B4-BE49-F238E27FC236}">
                  <a16:creationId xmlns:a16="http://schemas.microsoft.com/office/drawing/2014/main" id="{56641D1E-7BDE-C789-03DE-B8F91B092963}"/>
                </a:ext>
              </a:extLst>
            </p:cNvPr>
            <p:cNvSpPr/>
            <p:nvPr userDrawn="1"/>
          </p:nvSpPr>
          <p:spPr>
            <a:xfrm>
              <a:off x="10906570" y="1377427"/>
              <a:ext cx="117562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8090" h="3659521">
                  <a:moveTo>
                    <a:pt x="2747535" y="6299"/>
                  </a:moveTo>
                  <a:lnTo>
                    <a:pt x="3508090" y="0"/>
                  </a:lnTo>
                  <a:lnTo>
                    <a:pt x="782106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9" name="Прямоугольник 2">
              <a:extLst>
                <a:ext uri="{FF2B5EF4-FFF2-40B4-BE49-F238E27FC236}">
                  <a16:creationId xmlns:a16="http://schemas.microsoft.com/office/drawing/2014/main" id="{3271C203-A6DD-B001-2B39-0672A0C0D4E5}"/>
                </a:ext>
              </a:extLst>
            </p:cNvPr>
            <p:cNvSpPr/>
            <p:nvPr userDrawn="1"/>
          </p:nvSpPr>
          <p:spPr>
            <a:xfrm>
              <a:off x="11500294" y="1376362"/>
              <a:ext cx="1007351" cy="122587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A318726A-8E74-B200-1476-C13B597125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818288"/>
            <a:ext cx="7813675" cy="2785241"/>
          </a:xfrm>
        </p:spPr>
        <p:txBody>
          <a:bodyPr anchor="t">
            <a:normAutofit/>
          </a:bodyPr>
          <a:lstStyle>
            <a:lvl1pPr algn="l">
              <a:defRPr sz="4800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/ ЗАГОЛОВОК ЗАГЛАВНЫМИ</a:t>
            </a:r>
            <a:br>
              <a:rPr lang="ru-RU" dirty="0"/>
            </a:br>
            <a:r>
              <a:rPr lang="ru-RU" dirty="0"/>
              <a:t>БУКВАМИ МАКСИМУМ</a:t>
            </a:r>
            <a:br>
              <a:rPr lang="ru-RU" dirty="0"/>
            </a:br>
            <a:r>
              <a:rPr lang="ru-RU" dirty="0"/>
              <a:t>4 СТРОКИ</a:t>
            </a:r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826FC6F6-2BD3-9733-0A66-E7DF60D2BE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5277997"/>
            <a:ext cx="7813675" cy="706878"/>
          </a:xfrm>
        </p:spPr>
        <p:txBody>
          <a:bodyPr/>
          <a:lstStyle>
            <a:lvl1pPr marL="0" indent="0" algn="l">
              <a:buNone/>
              <a:defRPr sz="2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8A18165-BE72-4FD5-2A71-FB67735FE4B6}"/>
              </a:ext>
            </a:extLst>
          </p:cNvPr>
          <p:cNvGrpSpPr/>
          <p:nvPr userDrawn="1"/>
        </p:nvGrpSpPr>
        <p:grpSpPr>
          <a:xfrm>
            <a:off x="874713" y="551990"/>
            <a:ext cx="45719" cy="272382"/>
            <a:chOff x="1046163" y="441325"/>
            <a:chExt cx="45719" cy="272382"/>
          </a:xfrm>
          <a:solidFill>
            <a:schemeClr val="tx1"/>
          </a:solidFill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375E487D-94AB-3DD8-7C09-8CF638685866}"/>
                </a:ext>
              </a:extLst>
            </p:cNvPr>
            <p:cNvSpPr/>
            <p:nvPr userDrawn="1"/>
          </p:nvSpPr>
          <p:spPr>
            <a:xfrm>
              <a:off x="1046163" y="441325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022D7316-D76A-A49F-E25C-1EB74CE33676}"/>
                </a:ext>
              </a:extLst>
            </p:cNvPr>
            <p:cNvSpPr/>
            <p:nvPr userDrawn="1"/>
          </p:nvSpPr>
          <p:spPr>
            <a:xfrm>
              <a:off x="1046163" y="554657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0F8BF6AD-6CDE-7187-C73C-DF00F78528B3}"/>
                </a:ext>
              </a:extLst>
            </p:cNvPr>
            <p:cNvSpPr/>
            <p:nvPr userDrawn="1"/>
          </p:nvSpPr>
          <p:spPr>
            <a:xfrm>
              <a:off x="1046163" y="667988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F6741A-9845-67D0-21FD-725F1C81D1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531" y="5461864"/>
            <a:ext cx="2460557" cy="5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7" orient="horz" pos="550" userDrawn="1">
          <p15:clr>
            <a:srgbClr val="A4A3A4"/>
          </p15:clr>
        </p15:guide>
        <p15:guide id="18" orient="horz" pos="3770" userDrawn="1">
          <p15:clr>
            <a:srgbClr val="A4A3A4"/>
          </p15:clr>
        </p15:guide>
        <p15:guide id="19" orient="horz" pos="4042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ИТ) 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D9569C36-FEFF-A131-A5F2-1825AF07B96D}"/>
              </a:ext>
            </a:extLst>
          </p:cNvPr>
          <p:cNvGrpSpPr/>
          <p:nvPr userDrawn="1"/>
        </p:nvGrpSpPr>
        <p:grpSpPr>
          <a:xfrm>
            <a:off x="0" y="1376362"/>
            <a:ext cx="12479070" cy="3672171"/>
            <a:chOff x="28575" y="1376362"/>
            <a:chExt cx="12479070" cy="3672171"/>
          </a:xfrm>
          <a:solidFill>
            <a:srgbClr val="9B3DC3"/>
          </a:solidFill>
        </p:grpSpPr>
        <p:sp>
          <p:nvSpPr>
            <p:cNvPr id="25" name="Прямоугольник 2">
              <a:extLst>
                <a:ext uri="{FF2B5EF4-FFF2-40B4-BE49-F238E27FC236}">
                  <a16:creationId xmlns:a16="http://schemas.microsoft.com/office/drawing/2014/main" id="{9D257D26-21C6-F487-3230-AC2E6D8E56E9}"/>
                </a:ext>
              </a:extLst>
            </p:cNvPr>
            <p:cNvSpPr/>
            <p:nvPr userDrawn="1"/>
          </p:nvSpPr>
          <p:spPr>
            <a:xfrm>
              <a:off x="28575" y="1376363"/>
              <a:ext cx="10149541" cy="367217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41" h="3672170">
                  <a:moveTo>
                    <a:pt x="0" y="0"/>
                  </a:moveTo>
                  <a:lnTo>
                    <a:pt x="10149541" y="3175"/>
                  </a:lnTo>
                  <a:lnTo>
                    <a:pt x="7395135" y="3667501"/>
                  </a:lnTo>
                  <a:lnTo>
                    <a:pt x="0" y="3672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Прямоугольник 2">
              <a:extLst>
                <a:ext uri="{FF2B5EF4-FFF2-40B4-BE49-F238E27FC236}">
                  <a16:creationId xmlns:a16="http://schemas.microsoft.com/office/drawing/2014/main" id="{FD22B20D-F0B5-29A0-92DB-58696EE5A65F}"/>
                </a:ext>
              </a:extLst>
            </p:cNvPr>
            <p:cNvSpPr/>
            <p:nvPr userDrawn="1"/>
          </p:nvSpPr>
          <p:spPr>
            <a:xfrm>
              <a:off x="9588944" y="1377427"/>
              <a:ext cx="1299451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7" name="Прямоугольник 2">
              <a:extLst>
                <a:ext uri="{FF2B5EF4-FFF2-40B4-BE49-F238E27FC236}">
                  <a16:creationId xmlns:a16="http://schemas.microsoft.com/office/drawing/2014/main" id="{44C1E0F4-A4C9-5345-7544-C7FA0E3E7A14}"/>
                </a:ext>
              </a:extLst>
            </p:cNvPr>
            <p:cNvSpPr/>
            <p:nvPr userDrawn="1"/>
          </p:nvSpPr>
          <p:spPr>
            <a:xfrm>
              <a:off x="10287445" y="1377427"/>
              <a:ext cx="123277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8" name="Прямоугольник 2">
              <a:extLst>
                <a:ext uri="{FF2B5EF4-FFF2-40B4-BE49-F238E27FC236}">
                  <a16:creationId xmlns:a16="http://schemas.microsoft.com/office/drawing/2014/main" id="{56641D1E-7BDE-C789-03DE-B8F91B092963}"/>
                </a:ext>
              </a:extLst>
            </p:cNvPr>
            <p:cNvSpPr/>
            <p:nvPr userDrawn="1"/>
          </p:nvSpPr>
          <p:spPr>
            <a:xfrm>
              <a:off x="10906570" y="1377427"/>
              <a:ext cx="117562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8090" h="3659521">
                  <a:moveTo>
                    <a:pt x="2747535" y="6299"/>
                  </a:moveTo>
                  <a:lnTo>
                    <a:pt x="3508090" y="0"/>
                  </a:lnTo>
                  <a:lnTo>
                    <a:pt x="782106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9" name="Прямоугольник 2">
              <a:extLst>
                <a:ext uri="{FF2B5EF4-FFF2-40B4-BE49-F238E27FC236}">
                  <a16:creationId xmlns:a16="http://schemas.microsoft.com/office/drawing/2014/main" id="{3271C203-A6DD-B001-2B39-0672A0C0D4E5}"/>
                </a:ext>
              </a:extLst>
            </p:cNvPr>
            <p:cNvSpPr/>
            <p:nvPr userDrawn="1"/>
          </p:nvSpPr>
          <p:spPr>
            <a:xfrm>
              <a:off x="11500294" y="1376362"/>
              <a:ext cx="1007351" cy="122587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A318726A-8E74-B200-1476-C13B597125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818288"/>
            <a:ext cx="7813675" cy="2785241"/>
          </a:xfrm>
        </p:spPr>
        <p:txBody>
          <a:bodyPr anchor="t">
            <a:normAutofit/>
          </a:bodyPr>
          <a:lstStyle>
            <a:lvl1pPr algn="l">
              <a:defRPr sz="4800">
                <a:ln w="15875" cap="sq">
                  <a:solidFill>
                    <a:schemeClr val="bg1"/>
                  </a:solidFill>
                  <a:miter lim="800000"/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/ ЗАГОЛОВОК ЗАГЛАВНЫМИ</a:t>
            </a:r>
            <a:br>
              <a:rPr lang="ru-RU" dirty="0"/>
            </a:br>
            <a:r>
              <a:rPr lang="ru-RU" dirty="0"/>
              <a:t>БУКВАМИ МАКСИМУМ</a:t>
            </a:r>
            <a:br>
              <a:rPr lang="ru-RU" dirty="0"/>
            </a:br>
            <a:r>
              <a:rPr lang="ru-RU" dirty="0"/>
              <a:t>4 СТРОКИ</a:t>
            </a:r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826FC6F6-2BD3-9733-0A66-E7DF60D2BE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5277997"/>
            <a:ext cx="7813675" cy="706878"/>
          </a:xfrm>
        </p:spPr>
        <p:txBody>
          <a:bodyPr/>
          <a:lstStyle>
            <a:lvl1pPr marL="0" indent="0" algn="l">
              <a:buNone/>
              <a:defRPr sz="2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8A18165-BE72-4FD5-2A71-FB67735FE4B6}"/>
              </a:ext>
            </a:extLst>
          </p:cNvPr>
          <p:cNvGrpSpPr/>
          <p:nvPr userDrawn="1"/>
        </p:nvGrpSpPr>
        <p:grpSpPr>
          <a:xfrm>
            <a:off x="874713" y="551990"/>
            <a:ext cx="45719" cy="272382"/>
            <a:chOff x="1046163" y="441325"/>
            <a:chExt cx="45719" cy="272382"/>
          </a:xfrm>
          <a:solidFill>
            <a:schemeClr val="tx1"/>
          </a:solidFill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375E487D-94AB-3DD8-7C09-8CF638685866}"/>
                </a:ext>
              </a:extLst>
            </p:cNvPr>
            <p:cNvSpPr/>
            <p:nvPr userDrawn="1"/>
          </p:nvSpPr>
          <p:spPr>
            <a:xfrm>
              <a:off x="1046163" y="441325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022D7316-D76A-A49F-E25C-1EB74CE33676}"/>
                </a:ext>
              </a:extLst>
            </p:cNvPr>
            <p:cNvSpPr/>
            <p:nvPr userDrawn="1"/>
          </p:nvSpPr>
          <p:spPr>
            <a:xfrm>
              <a:off x="1046163" y="554657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0F8BF6AD-6CDE-7187-C73C-DF00F78528B3}"/>
                </a:ext>
              </a:extLst>
            </p:cNvPr>
            <p:cNvSpPr/>
            <p:nvPr userDrawn="1"/>
          </p:nvSpPr>
          <p:spPr>
            <a:xfrm>
              <a:off x="1046163" y="667988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D53B989-74F0-F97C-E975-081F9169A4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531" y="5461864"/>
            <a:ext cx="2460557" cy="5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53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7" orient="horz" pos="550" userDrawn="1">
          <p15:clr>
            <a:srgbClr val="A4A3A4"/>
          </p15:clr>
        </p15:guide>
        <p15:guide id="18" orient="horz" pos="3770" userDrawn="1">
          <p15:clr>
            <a:srgbClr val="A4A3A4"/>
          </p15:clr>
        </p15:guide>
        <p15:guide id="19" orient="horz" pos="4042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Студенты) 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D9569C36-FEFF-A131-A5F2-1825AF07B96D}"/>
              </a:ext>
            </a:extLst>
          </p:cNvPr>
          <p:cNvGrpSpPr/>
          <p:nvPr userDrawn="1"/>
        </p:nvGrpSpPr>
        <p:grpSpPr>
          <a:xfrm>
            <a:off x="0" y="1376362"/>
            <a:ext cx="12479070" cy="3672171"/>
            <a:chOff x="28575" y="1376362"/>
            <a:chExt cx="12479070" cy="3672171"/>
          </a:xfrm>
          <a:solidFill>
            <a:srgbClr val="4B66CA"/>
          </a:solidFill>
        </p:grpSpPr>
        <p:sp>
          <p:nvSpPr>
            <p:cNvPr id="25" name="Прямоугольник 2">
              <a:extLst>
                <a:ext uri="{FF2B5EF4-FFF2-40B4-BE49-F238E27FC236}">
                  <a16:creationId xmlns:a16="http://schemas.microsoft.com/office/drawing/2014/main" id="{9D257D26-21C6-F487-3230-AC2E6D8E56E9}"/>
                </a:ext>
              </a:extLst>
            </p:cNvPr>
            <p:cNvSpPr/>
            <p:nvPr userDrawn="1"/>
          </p:nvSpPr>
          <p:spPr>
            <a:xfrm>
              <a:off x="28575" y="1376363"/>
              <a:ext cx="10149541" cy="367217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41" h="3672170">
                  <a:moveTo>
                    <a:pt x="0" y="0"/>
                  </a:moveTo>
                  <a:lnTo>
                    <a:pt x="10149541" y="3175"/>
                  </a:lnTo>
                  <a:lnTo>
                    <a:pt x="7395135" y="3667501"/>
                  </a:lnTo>
                  <a:lnTo>
                    <a:pt x="0" y="3672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Прямоугольник 2">
              <a:extLst>
                <a:ext uri="{FF2B5EF4-FFF2-40B4-BE49-F238E27FC236}">
                  <a16:creationId xmlns:a16="http://schemas.microsoft.com/office/drawing/2014/main" id="{FD22B20D-F0B5-29A0-92DB-58696EE5A65F}"/>
                </a:ext>
              </a:extLst>
            </p:cNvPr>
            <p:cNvSpPr/>
            <p:nvPr userDrawn="1"/>
          </p:nvSpPr>
          <p:spPr>
            <a:xfrm>
              <a:off x="9588944" y="1377427"/>
              <a:ext cx="1299451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7" name="Прямоугольник 2">
              <a:extLst>
                <a:ext uri="{FF2B5EF4-FFF2-40B4-BE49-F238E27FC236}">
                  <a16:creationId xmlns:a16="http://schemas.microsoft.com/office/drawing/2014/main" id="{44C1E0F4-A4C9-5345-7544-C7FA0E3E7A14}"/>
                </a:ext>
              </a:extLst>
            </p:cNvPr>
            <p:cNvSpPr/>
            <p:nvPr userDrawn="1"/>
          </p:nvSpPr>
          <p:spPr>
            <a:xfrm>
              <a:off x="10287445" y="1377427"/>
              <a:ext cx="123277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8" name="Прямоугольник 2">
              <a:extLst>
                <a:ext uri="{FF2B5EF4-FFF2-40B4-BE49-F238E27FC236}">
                  <a16:creationId xmlns:a16="http://schemas.microsoft.com/office/drawing/2014/main" id="{56641D1E-7BDE-C789-03DE-B8F91B092963}"/>
                </a:ext>
              </a:extLst>
            </p:cNvPr>
            <p:cNvSpPr/>
            <p:nvPr userDrawn="1"/>
          </p:nvSpPr>
          <p:spPr>
            <a:xfrm>
              <a:off x="10906570" y="1377427"/>
              <a:ext cx="117562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8090" h="3659521">
                  <a:moveTo>
                    <a:pt x="2747535" y="6299"/>
                  </a:moveTo>
                  <a:lnTo>
                    <a:pt x="3508090" y="0"/>
                  </a:lnTo>
                  <a:lnTo>
                    <a:pt x="782106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9" name="Прямоугольник 2">
              <a:extLst>
                <a:ext uri="{FF2B5EF4-FFF2-40B4-BE49-F238E27FC236}">
                  <a16:creationId xmlns:a16="http://schemas.microsoft.com/office/drawing/2014/main" id="{3271C203-A6DD-B001-2B39-0672A0C0D4E5}"/>
                </a:ext>
              </a:extLst>
            </p:cNvPr>
            <p:cNvSpPr/>
            <p:nvPr userDrawn="1"/>
          </p:nvSpPr>
          <p:spPr>
            <a:xfrm>
              <a:off x="11500294" y="1376362"/>
              <a:ext cx="1007351" cy="122587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A318726A-8E74-B200-1476-C13B597125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818288"/>
            <a:ext cx="7813675" cy="2785241"/>
          </a:xfrm>
        </p:spPr>
        <p:txBody>
          <a:bodyPr anchor="t">
            <a:normAutofit/>
          </a:bodyPr>
          <a:lstStyle>
            <a:lvl1pPr algn="l">
              <a:defRPr sz="4800">
                <a:ln w="15875" cap="sq">
                  <a:solidFill>
                    <a:schemeClr val="bg1"/>
                  </a:solidFill>
                  <a:miter lim="800000"/>
                </a:ln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/ ЗАГОЛОВОК ЗАГЛАВНЫМИ</a:t>
            </a:r>
            <a:br>
              <a:rPr lang="ru-RU" dirty="0"/>
            </a:br>
            <a:r>
              <a:rPr lang="ru-RU" dirty="0"/>
              <a:t>БУКВАМИ МАКСИМУМ</a:t>
            </a:r>
            <a:br>
              <a:rPr lang="ru-RU" dirty="0"/>
            </a:br>
            <a:r>
              <a:rPr lang="ru-RU" dirty="0"/>
              <a:t>4 СТРОКИ</a:t>
            </a:r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826FC6F6-2BD3-9733-0A66-E7DF60D2BE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5277997"/>
            <a:ext cx="7813675" cy="706878"/>
          </a:xfrm>
        </p:spPr>
        <p:txBody>
          <a:bodyPr/>
          <a:lstStyle>
            <a:lvl1pPr marL="0" indent="0" algn="l">
              <a:buNone/>
              <a:defRPr sz="2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8A18165-BE72-4FD5-2A71-FB67735FE4B6}"/>
              </a:ext>
            </a:extLst>
          </p:cNvPr>
          <p:cNvGrpSpPr/>
          <p:nvPr userDrawn="1"/>
        </p:nvGrpSpPr>
        <p:grpSpPr>
          <a:xfrm>
            <a:off x="874713" y="551990"/>
            <a:ext cx="45719" cy="272382"/>
            <a:chOff x="1046163" y="441325"/>
            <a:chExt cx="45719" cy="272382"/>
          </a:xfrm>
          <a:solidFill>
            <a:schemeClr val="tx1"/>
          </a:solidFill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375E487D-94AB-3DD8-7C09-8CF638685866}"/>
                </a:ext>
              </a:extLst>
            </p:cNvPr>
            <p:cNvSpPr/>
            <p:nvPr userDrawn="1"/>
          </p:nvSpPr>
          <p:spPr>
            <a:xfrm>
              <a:off x="1046163" y="441325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022D7316-D76A-A49F-E25C-1EB74CE33676}"/>
                </a:ext>
              </a:extLst>
            </p:cNvPr>
            <p:cNvSpPr/>
            <p:nvPr userDrawn="1"/>
          </p:nvSpPr>
          <p:spPr>
            <a:xfrm>
              <a:off x="1046163" y="554657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0F8BF6AD-6CDE-7187-C73C-DF00F78528B3}"/>
                </a:ext>
              </a:extLst>
            </p:cNvPr>
            <p:cNvSpPr/>
            <p:nvPr userDrawn="1"/>
          </p:nvSpPr>
          <p:spPr>
            <a:xfrm>
              <a:off x="1046163" y="667988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AA12196-C38E-1F85-F9CE-D4A40ECC2C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531" y="5461864"/>
            <a:ext cx="2460557" cy="5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14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7" orient="horz" pos="550" userDrawn="1">
          <p15:clr>
            <a:srgbClr val="A4A3A4"/>
          </p15:clr>
        </p15:guide>
        <p15:guide id="18" orient="horz" pos="3770" userDrawn="1">
          <p15:clr>
            <a:srgbClr val="A4A3A4"/>
          </p15:clr>
        </p15:guide>
        <p15:guide id="19" orient="horz" pos="404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(Общий) Титул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52A3713-1DE2-F5A8-0F79-EFDCF3DC72A8}"/>
              </a:ext>
            </a:extLst>
          </p:cNvPr>
          <p:cNvGrpSpPr/>
          <p:nvPr userDrawn="1"/>
        </p:nvGrpSpPr>
        <p:grpSpPr>
          <a:xfrm>
            <a:off x="0" y="1376362"/>
            <a:ext cx="12479070" cy="3672171"/>
            <a:chOff x="28575" y="1376362"/>
            <a:chExt cx="12479070" cy="3672171"/>
          </a:xfrm>
          <a:solidFill>
            <a:schemeClr val="bg1">
              <a:lumMod val="85000"/>
            </a:schemeClr>
          </a:solidFill>
        </p:grpSpPr>
        <p:sp>
          <p:nvSpPr>
            <p:cNvPr id="11" name="Прямоугольник 2">
              <a:extLst>
                <a:ext uri="{FF2B5EF4-FFF2-40B4-BE49-F238E27FC236}">
                  <a16:creationId xmlns:a16="http://schemas.microsoft.com/office/drawing/2014/main" id="{C8F80AAA-8A74-5FAF-C2B1-6723DDA245FD}"/>
                </a:ext>
              </a:extLst>
            </p:cNvPr>
            <p:cNvSpPr/>
            <p:nvPr userDrawn="1"/>
          </p:nvSpPr>
          <p:spPr>
            <a:xfrm>
              <a:off x="28575" y="1376363"/>
              <a:ext cx="10149541" cy="367217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49541" h="3672170">
                  <a:moveTo>
                    <a:pt x="0" y="0"/>
                  </a:moveTo>
                  <a:lnTo>
                    <a:pt x="10149541" y="3175"/>
                  </a:lnTo>
                  <a:lnTo>
                    <a:pt x="7395135" y="3667501"/>
                  </a:lnTo>
                  <a:lnTo>
                    <a:pt x="0" y="367217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2" name="Прямоугольник 2">
              <a:extLst>
                <a:ext uri="{FF2B5EF4-FFF2-40B4-BE49-F238E27FC236}">
                  <a16:creationId xmlns:a16="http://schemas.microsoft.com/office/drawing/2014/main" id="{F2C24A5E-96AF-AD22-B446-B08F2D5FD9AB}"/>
                </a:ext>
              </a:extLst>
            </p:cNvPr>
            <p:cNvSpPr/>
            <p:nvPr userDrawn="1"/>
          </p:nvSpPr>
          <p:spPr>
            <a:xfrm>
              <a:off x="9588944" y="1377427"/>
              <a:ext cx="1299451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3" name="Прямоугольник 2">
              <a:extLst>
                <a:ext uri="{FF2B5EF4-FFF2-40B4-BE49-F238E27FC236}">
                  <a16:creationId xmlns:a16="http://schemas.microsoft.com/office/drawing/2014/main" id="{E5BB677D-8680-DDC8-96D4-94CF8DC9FAC1}"/>
                </a:ext>
              </a:extLst>
            </p:cNvPr>
            <p:cNvSpPr/>
            <p:nvPr userDrawn="1"/>
          </p:nvSpPr>
          <p:spPr>
            <a:xfrm>
              <a:off x="10287445" y="1377427"/>
              <a:ext cx="123277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" name="Прямоугольник 2">
              <a:extLst>
                <a:ext uri="{FF2B5EF4-FFF2-40B4-BE49-F238E27FC236}">
                  <a16:creationId xmlns:a16="http://schemas.microsoft.com/office/drawing/2014/main" id="{944E8809-ABAF-574E-41B8-29348CF8A110}"/>
                </a:ext>
              </a:extLst>
            </p:cNvPr>
            <p:cNvSpPr/>
            <p:nvPr userDrawn="1"/>
          </p:nvSpPr>
          <p:spPr>
            <a:xfrm>
              <a:off x="10906570" y="1377427"/>
              <a:ext cx="1175626" cy="12263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8090" h="3659521">
                  <a:moveTo>
                    <a:pt x="2747535" y="6299"/>
                  </a:moveTo>
                  <a:lnTo>
                    <a:pt x="3508090" y="0"/>
                  </a:lnTo>
                  <a:lnTo>
                    <a:pt x="782106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5" name="Прямоугольник 2">
              <a:extLst>
                <a:ext uri="{FF2B5EF4-FFF2-40B4-BE49-F238E27FC236}">
                  <a16:creationId xmlns:a16="http://schemas.microsoft.com/office/drawing/2014/main" id="{A77A7A27-FC04-AB82-5B7B-877BE650A89E}"/>
                </a:ext>
              </a:extLst>
            </p:cNvPr>
            <p:cNvSpPr/>
            <p:nvPr userDrawn="1"/>
          </p:nvSpPr>
          <p:spPr>
            <a:xfrm>
              <a:off x="11500294" y="1376362"/>
              <a:ext cx="1007351" cy="122587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A1C9D-1393-2829-F295-F35E4F037A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818288"/>
            <a:ext cx="7813675" cy="2785241"/>
          </a:xfrm>
        </p:spPr>
        <p:txBody>
          <a:bodyPr anchor="t">
            <a:normAutofit/>
          </a:bodyPr>
          <a:lstStyle>
            <a:lvl1pPr algn="l">
              <a:defRPr sz="480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/ ЗАГОЛОВОК ЗАГЛАВНЫМИ</a:t>
            </a:r>
            <a:br>
              <a:rPr lang="ru-RU" dirty="0"/>
            </a:br>
            <a:r>
              <a:rPr lang="ru-RU" dirty="0"/>
              <a:t>БУКВАМИ МАКСИМУМ</a:t>
            </a:r>
            <a:br>
              <a:rPr lang="ru-RU" dirty="0"/>
            </a:br>
            <a:r>
              <a:rPr lang="ru-RU" dirty="0"/>
              <a:t>4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3BDE24-C031-D378-717E-89E36F6ED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3" y="5277997"/>
            <a:ext cx="7813675" cy="706878"/>
          </a:xfrm>
        </p:spPr>
        <p:txBody>
          <a:bodyPr/>
          <a:lstStyle>
            <a:lvl1pPr marL="0" indent="0" algn="l">
              <a:buNone/>
              <a:defRPr sz="2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4593924-474A-9CFF-F598-7D5FD09A7A31}"/>
              </a:ext>
            </a:extLst>
          </p:cNvPr>
          <p:cNvGrpSpPr/>
          <p:nvPr userDrawn="1"/>
        </p:nvGrpSpPr>
        <p:grpSpPr>
          <a:xfrm>
            <a:off x="874713" y="551990"/>
            <a:ext cx="45719" cy="272382"/>
            <a:chOff x="1046163" y="441325"/>
            <a:chExt cx="45719" cy="272382"/>
          </a:xfrm>
          <a:solidFill>
            <a:schemeClr val="tx1"/>
          </a:solidFill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018AA13-0D0A-A35E-1B83-75236E8B0913}"/>
                </a:ext>
              </a:extLst>
            </p:cNvPr>
            <p:cNvSpPr/>
            <p:nvPr userDrawn="1"/>
          </p:nvSpPr>
          <p:spPr>
            <a:xfrm>
              <a:off x="1046163" y="441325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84C5542-7707-E0A0-C9E7-AC2E02A90DED}"/>
                </a:ext>
              </a:extLst>
            </p:cNvPr>
            <p:cNvSpPr/>
            <p:nvPr userDrawn="1"/>
          </p:nvSpPr>
          <p:spPr>
            <a:xfrm>
              <a:off x="1046163" y="554657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74A90653-EAE3-8C92-17F9-C4AFF9F86599}"/>
                </a:ext>
              </a:extLst>
            </p:cNvPr>
            <p:cNvSpPr/>
            <p:nvPr userDrawn="1"/>
          </p:nvSpPr>
          <p:spPr>
            <a:xfrm>
              <a:off x="1046163" y="667988"/>
              <a:ext cx="4571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F481D2-C9C0-A862-9275-DB2B2C3049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8531" y="5461864"/>
            <a:ext cx="2460557" cy="5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8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A4A3A4"/>
          </p15:clr>
        </p15:guide>
        <p15:guide id="2" pos="279">
          <p15:clr>
            <a:srgbClr val="A4A3A4"/>
          </p15:clr>
        </p15:guide>
        <p15:guide id="3" pos="551">
          <p15:clr>
            <a:srgbClr val="A4A3A4"/>
          </p15:clr>
        </p15:guide>
        <p15:guide id="4" pos="1096">
          <p15:clr>
            <a:srgbClr val="A4A3A4"/>
          </p15:clr>
        </p15:guide>
        <p15:guide id="5" pos="1640">
          <p15:clr>
            <a:srgbClr val="A4A3A4"/>
          </p15:clr>
        </p15:guide>
        <p15:guide id="6" pos="2184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>
          <p15:clr>
            <a:srgbClr val="A4A3A4"/>
          </p15:clr>
        </p15:guide>
        <p15:guide id="9" pos="3840">
          <p15:clr>
            <a:srgbClr val="A4A3A4"/>
          </p15:clr>
        </p15:guide>
        <p15:guide id="10" pos="4384">
          <p15:clr>
            <a:srgbClr val="A4A3A4"/>
          </p15:clr>
        </p15:guide>
        <p15:guide id="11" pos="4929">
          <p15:clr>
            <a:srgbClr val="A4A3A4"/>
          </p15:clr>
        </p15:guide>
        <p15:guide id="12" pos="5473">
          <p15:clr>
            <a:srgbClr val="A4A3A4"/>
          </p15:clr>
        </p15:guide>
        <p15:guide id="13" pos="6040">
          <p15:clr>
            <a:srgbClr val="A4A3A4"/>
          </p15:clr>
        </p15:guide>
        <p15:guide id="14" pos="6584">
          <p15:clr>
            <a:srgbClr val="A4A3A4"/>
          </p15:clr>
        </p15:guide>
        <p15:guide id="15" pos="7129">
          <p15:clr>
            <a:srgbClr val="A4A3A4"/>
          </p15:clr>
        </p15:guide>
        <p15:guide id="16" pos="7401">
          <p15:clr>
            <a:srgbClr val="A4A3A4"/>
          </p15:clr>
        </p15:guide>
        <p15:guide id="17" orient="horz" pos="550">
          <p15:clr>
            <a:srgbClr val="A4A3A4"/>
          </p15:clr>
        </p15:guide>
        <p15:guide id="18" orient="horz" pos="3770">
          <p15:clr>
            <a:srgbClr val="A4A3A4"/>
          </p15:clr>
        </p15:guide>
        <p15:guide id="19" orient="horz" pos="4042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782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ы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7C95A8-98BA-A0AA-0D0A-556CD40E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36" y="2413001"/>
            <a:ext cx="10548451" cy="3571874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A905702-EA6D-C4D1-FA25-88ADE31D55FE}"/>
              </a:ext>
            </a:extLst>
          </p:cNvPr>
          <p:cNvGrpSpPr/>
          <p:nvPr userDrawn="1"/>
        </p:nvGrpSpPr>
        <p:grpSpPr>
          <a:xfrm>
            <a:off x="9249621" y="4480109"/>
            <a:ext cx="2503213" cy="1936566"/>
            <a:chOff x="704576" y="4524928"/>
            <a:chExt cx="2503213" cy="1936566"/>
          </a:xfrm>
          <a:solidFill>
            <a:schemeClr val="bg1">
              <a:lumMod val="85000"/>
            </a:schemeClr>
          </a:solidFill>
        </p:grpSpPr>
        <p:sp>
          <p:nvSpPr>
            <p:cNvPr id="16" name="Прямоугольник 2">
              <a:extLst>
                <a:ext uri="{FF2B5EF4-FFF2-40B4-BE49-F238E27FC236}">
                  <a16:creationId xmlns:a16="http://schemas.microsoft.com/office/drawing/2014/main" id="{09B901F4-1E4C-DAE6-8553-15F83E4E5D34}"/>
                </a:ext>
              </a:extLst>
            </p:cNvPr>
            <p:cNvSpPr/>
            <p:nvPr/>
          </p:nvSpPr>
          <p:spPr>
            <a:xfrm>
              <a:off x="704576" y="4902384"/>
              <a:ext cx="1196363" cy="112908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2">
              <a:extLst>
                <a:ext uri="{FF2B5EF4-FFF2-40B4-BE49-F238E27FC236}">
                  <a16:creationId xmlns:a16="http://schemas.microsoft.com/office/drawing/2014/main" id="{C45BAEC4-C2CB-6084-EDB2-DC9FA7BA95FA}"/>
                </a:ext>
              </a:extLst>
            </p:cNvPr>
            <p:cNvSpPr/>
            <p:nvPr/>
          </p:nvSpPr>
          <p:spPr>
            <a:xfrm>
              <a:off x="836438" y="4524928"/>
              <a:ext cx="761193" cy="75724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2">
              <a:extLst>
                <a:ext uri="{FF2B5EF4-FFF2-40B4-BE49-F238E27FC236}">
                  <a16:creationId xmlns:a16="http://schemas.microsoft.com/office/drawing/2014/main" id="{5129BE5B-040E-F018-D674-4AC61354A81E}"/>
                </a:ext>
              </a:extLst>
            </p:cNvPr>
            <p:cNvSpPr/>
            <p:nvPr/>
          </p:nvSpPr>
          <p:spPr>
            <a:xfrm>
              <a:off x="1129149" y="5900630"/>
              <a:ext cx="704655" cy="56086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747535 w 2747536"/>
                <a:gd name="connsiteY0" fmla="*/ 0 h 3653222"/>
                <a:gd name="connsiteX1" fmla="*/ 1571399 w 2747536"/>
                <a:gd name="connsiteY1" fmla="*/ 2477526 h 3653222"/>
                <a:gd name="connsiteX2" fmla="*/ 782106 w 2747536"/>
                <a:gd name="connsiteY2" fmla="*/ 3648552 h 3653222"/>
                <a:gd name="connsiteX3" fmla="*/ 0 w 2747536"/>
                <a:gd name="connsiteY3" fmla="*/ 3653222 h 3653222"/>
                <a:gd name="connsiteX4" fmla="*/ 2747535 w 2747536"/>
                <a:gd name="connsiteY4" fmla="*/ 0 h 3653222"/>
                <a:gd name="connsiteX0" fmla="*/ 1245081 w 1571399"/>
                <a:gd name="connsiteY0" fmla="*/ 0 h 1178081"/>
                <a:gd name="connsiteX1" fmla="*/ 1571399 w 1571399"/>
                <a:gd name="connsiteY1" fmla="*/ 2385 h 1178081"/>
                <a:gd name="connsiteX2" fmla="*/ 782106 w 1571399"/>
                <a:gd name="connsiteY2" fmla="*/ 1173411 h 1178081"/>
                <a:gd name="connsiteX3" fmla="*/ 0 w 1571399"/>
                <a:gd name="connsiteY3" fmla="*/ 1178081 h 1178081"/>
                <a:gd name="connsiteX4" fmla="*/ 1245081 w 1571399"/>
                <a:gd name="connsiteY4" fmla="*/ 0 h 1178081"/>
                <a:gd name="connsiteX0" fmla="*/ 1149549 w 1571399"/>
                <a:gd name="connsiteY0" fmla="*/ 0 h 1516785"/>
                <a:gd name="connsiteX1" fmla="*/ 1571399 w 1571399"/>
                <a:gd name="connsiteY1" fmla="*/ 341089 h 1516785"/>
                <a:gd name="connsiteX2" fmla="*/ 782106 w 1571399"/>
                <a:gd name="connsiteY2" fmla="*/ 1512115 h 1516785"/>
                <a:gd name="connsiteX3" fmla="*/ 0 w 1571399"/>
                <a:gd name="connsiteY3" fmla="*/ 1516785 h 1516785"/>
                <a:gd name="connsiteX4" fmla="*/ 1149549 w 1571399"/>
                <a:gd name="connsiteY4" fmla="*/ 0 h 1516785"/>
                <a:gd name="connsiteX0" fmla="*/ 1149549 w 1901418"/>
                <a:gd name="connsiteY0" fmla="*/ 6299 h 1523084"/>
                <a:gd name="connsiteX1" fmla="*/ 1901418 w 1901418"/>
                <a:gd name="connsiteY1" fmla="*/ 0 h 1523084"/>
                <a:gd name="connsiteX2" fmla="*/ 782106 w 1901418"/>
                <a:gd name="connsiteY2" fmla="*/ 1518414 h 1523084"/>
                <a:gd name="connsiteX3" fmla="*/ 0 w 1901418"/>
                <a:gd name="connsiteY3" fmla="*/ 1523084 h 1523084"/>
                <a:gd name="connsiteX4" fmla="*/ 1149549 w 1901418"/>
                <a:gd name="connsiteY4" fmla="*/ 6299 h 1523084"/>
                <a:gd name="connsiteX0" fmla="*/ 1158234 w 1901418"/>
                <a:gd name="connsiteY0" fmla="*/ 0 h 1690479"/>
                <a:gd name="connsiteX1" fmla="*/ 1901418 w 1901418"/>
                <a:gd name="connsiteY1" fmla="*/ 167395 h 1690479"/>
                <a:gd name="connsiteX2" fmla="*/ 782106 w 1901418"/>
                <a:gd name="connsiteY2" fmla="*/ 1685809 h 1690479"/>
                <a:gd name="connsiteX3" fmla="*/ 0 w 1901418"/>
                <a:gd name="connsiteY3" fmla="*/ 1690479 h 1690479"/>
                <a:gd name="connsiteX4" fmla="*/ 1158234 w 1901418"/>
                <a:gd name="connsiteY4" fmla="*/ 0 h 1690479"/>
                <a:gd name="connsiteX0" fmla="*/ 1210342 w 1901418"/>
                <a:gd name="connsiteY0" fmla="*/ 214732 h 1523084"/>
                <a:gd name="connsiteX1" fmla="*/ 1901418 w 1901418"/>
                <a:gd name="connsiteY1" fmla="*/ 0 h 1523084"/>
                <a:gd name="connsiteX2" fmla="*/ 782106 w 1901418"/>
                <a:gd name="connsiteY2" fmla="*/ 1518414 h 1523084"/>
                <a:gd name="connsiteX3" fmla="*/ 0 w 1901418"/>
                <a:gd name="connsiteY3" fmla="*/ 1523084 h 1523084"/>
                <a:gd name="connsiteX4" fmla="*/ 1210342 w 1901418"/>
                <a:gd name="connsiteY4" fmla="*/ 214732 h 1523084"/>
                <a:gd name="connsiteX0" fmla="*/ 1149549 w 1901418"/>
                <a:gd name="connsiteY0" fmla="*/ 0 h 1542839"/>
                <a:gd name="connsiteX1" fmla="*/ 1901418 w 1901418"/>
                <a:gd name="connsiteY1" fmla="*/ 19755 h 1542839"/>
                <a:gd name="connsiteX2" fmla="*/ 782106 w 1901418"/>
                <a:gd name="connsiteY2" fmla="*/ 1538169 h 1542839"/>
                <a:gd name="connsiteX3" fmla="*/ 0 w 1901418"/>
                <a:gd name="connsiteY3" fmla="*/ 1542839 h 1542839"/>
                <a:gd name="connsiteX4" fmla="*/ 1149549 w 1901418"/>
                <a:gd name="connsiteY4" fmla="*/ 0 h 1542839"/>
                <a:gd name="connsiteX0" fmla="*/ 1149549 w 1901418"/>
                <a:gd name="connsiteY0" fmla="*/ 0 h 1542839"/>
                <a:gd name="connsiteX1" fmla="*/ 1901418 w 1901418"/>
                <a:gd name="connsiteY1" fmla="*/ 19755 h 1542839"/>
                <a:gd name="connsiteX2" fmla="*/ 782106 w 1901418"/>
                <a:gd name="connsiteY2" fmla="*/ 1538169 h 1542839"/>
                <a:gd name="connsiteX3" fmla="*/ 0 w 1901418"/>
                <a:gd name="connsiteY3" fmla="*/ 1542839 h 1542839"/>
                <a:gd name="connsiteX4" fmla="*/ 1149549 w 1901418"/>
                <a:gd name="connsiteY4" fmla="*/ 0 h 1542839"/>
                <a:gd name="connsiteX0" fmla="*/ 1149549 w 1910103"/>
                <a:gd name="connsiteY0" fmla="*/ 0 h 1542839"/>
                <a:gd name="connsiteX1" fmla="*/ 1910103 w 1910103"/>
                <a:gd name="connsiteY1" fmla="*/ 2385 h 1542839"/>
                <a:gd name="connsiteX2" fmla="*/ 782106 w 1910103"/>
                <a:gd name="connsiteY2" fmla="*/ 1538169 h 1542839"/>
                <a:gd name="connsiteX3" fmla="*/ 0 w 1910103"/>
                <a:gd name="connsiteY3" fmla="*/ 1542839 h 1542839"/>
                <a:gd name="connsiteX4" fmla="*/ 1149549 w 1910103"/>
                <a:gd name="connsiteY4" fmla="*/ 0 h 1542839"/>
                <a:gd name="connsiteX0" fmla="*/ 1149549 w 1927472"/>
                <a:gd name="connsiteY0" fmla="*/ 0 h 1542839"/>
                <a:gd name="connsiteX1" fmla="*/ 1927472 w 1927472"/>
                <a:gd name="connsiteY1" fmla="*/ 11070 h 1542839"/>
                <a:gd name="connsiteX2" fmla="*/ 782106 w 1927472"/>
                <a:gd name="connsiteY2" fmla="*/ 1538169 h 1542839"/>
                <a:gd name="connsiteX3" fmla="*/ 0 w 1927472"/>
                <a:gd name="connsiteY3" fmla="*/ 1542839 h 1542839"/>
                <a:gd name="connsiteX4" fmla="*/ 1149549 w 1927472"/>
                <a:gd name="connsiteY4" fmla="*/ 0 h 1542839"/>
                <a:gd name="connsiteX0" fmla="*/ 1219027 w 1927472"/>
                <a:gd name="connsiteY0" fmla="*/ 197363 h 1531769"/>
                <a:gd name="connsiteX1" fmla="*/ 1927472 w 1927472"/>
                <a:gd name="connsiteY1" fmla="*/ 0 h 1531769"/>
                <a:gd name="connsiteX2" fmla="*/ 782106 w 1927472"/>
                <a:gd name="connsiteY2" fmla="*/ 1527099 h 1531769"/>
                <a:gd name="connsiteX3" fmla="*/ 0 w 1927472"/>
                <a:gd name="connsiteY3" fmla="*/ 1531769 h 1531769"/>
                <a:gd name="connsiteX4" fmla="*/ 1219027 w 1927472"/>
                <a:gd name="connsiteY4" fmla="*/ 197363 h 1531769"/>
                <a:gd name="connsiteX0" fmla="*/ 1149549 w 1927472"/>
                <a:gd name="connsiteY0" fmla="*/ 0 h 1534154"/>
                <a:gd name="connsiteX1" fmla="*/ 1927472 w 1927472"/>
                <a:gd name="connsiteY1" fmla="*/ 2385 h 1534154"/>
                <a:gd name="connsiteX2" fmla="*/ 782106 w 1927472"/>
                <a:gd name="connsiteY2" fmla="*/ 1529484 h 1534154"/>
                <a:gd name="connsiteX3" fmla="*/ 0 w 1927472"/>
                <a:gd name="connsiteY3" fmla="*/ 1534154 h 1534154"/>
                <a:gd name="connsiteX4" fmla="*/ 1149549 w 1927472"/>
                <a:gd name="connsiteY4" fmla="*/ 0 h 1534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7472" h="1534154">
                  <a:moveTo>
                    <a:pt x="1149549" y="0"/>
                  </a:moveTo>
                  <a:lnTo>
                    <a:pt x="1927472" y="2385"/>
                  </a:lnTo>
                  <a:lnTo>
                    <a:pt x="782106" y="1529484"/>
                  </a:lnTo>
                  <a:lnTo>
                    <a:pt x="0" y="1534154"/>
                  </a:lnTo>
                  <a:lnTo>
                    <a:pt x="11495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2">
              <a:extLst>
                <a:ext uri="{FF2B5EF4-FFF2-40B4-BE49-F238E27FC236}">
                  <a16:creationId xmlns:a16="http://schemas.microsoft.com/office/drawing/2014/main" id="{27D5FA13-12DC-EB84-0254-9BF4426324C6}"/>
                </a:ext>
              </a:extLst>
            </p:cNvPr>
            <p:cNvSpPr/>
            <p:nvPr/>
          </p:nvSpPr>
          <p:spPr>
            <a:xfrm>
              <a:off x="2589450" y="5282168"/>
              <a:ext cx="618339" cy="7524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Текст 4">
            <a:extLst>
              <a:ext uri="{FF2B5EF4-FFF2-40B4-BE49-F238E27FC236}">
                <a16:creationId xmlns:a16="http://schemas.microsoft.com/office/drawing/2014/main" id="{450EED4A-789C-6887-9DDB-43DB7656F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7" y="1675515"/>
            <a:ext cx="10548451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0" i="0" spc="100" baseline="0">
                <a:ln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</a:t>
            </a:r>
            <a:r>
              <a:rPr lang="en-US" dirty="0"/>
              <a:t> </a:t>
            </a:r>
            <a:r>
              <a:rPr lang="ru-RU" dirty="0"/>
              <a:t>К ЗАГОЛОВКУ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A1A5A5D-4188-B060-B182-7349737743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13DD331-ACCB-6200-6142-17A5AC950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97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ы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7C95A8-98BA-A0AA-0D0A-556CD40E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36" y="2413001"/>
            <a:ext cx="10548451" cy="3571874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450EED4A-789C-6887-9DDB-43DB7656F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7" y="1675515"/>
            <a:ext cx="10548451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0" i="0" spc="100" baseline="0">
                <a:ln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</a:t>
            </a:r>
            <a:r>
              <a:rPr lang="en-US" dirty="0"/>
              <a:t> </a:t>
            </a:r>
            <a:r>
              <a:rPr lang="ru-RU" dirty="0"/>
              <a:t>К ЗАГОЛОВКУ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A1A5A5D-4188-B060-B182-7349737743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pic>
        <p:nvPicPr>
          <p:cNvPr id="4" name="Рисунок 9">
            <a:extLst>
              <a:ext uri="{FF2B5EF4-FFF2-40B4-BE49-F238E27FC236}">
                <a16:creationId xmlns:a16="http://schemas.microsoft.com/office/drawing/2014/main" id="{A36DFE70-B74F-460C-D489-742EB451FD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19320" y="441325"/>
            <a:ext cx="871093" cy="532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9ACB31-6AFF-4B00-B034-D5FB11B7F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5675" y="441326"/>
            <a:ext cx="492637" cy="53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38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рменная рамка №1 (мин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4">
            <a:extLst>
              <a:ext uri="{FF2B5EF4-FFF2-40B4-BE49-F238E27FC236}">
                <a16:creationId xmlns:a16="http://schemas.microsoft.com/office/drawing/2014/main" id="{3C453187-ECDD-7163-9B14-CE57967F96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7" y="1675515"/>
            <a:ext cx="5327163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0" i="0" spc="100" baseline="0">
                <a:ln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</a:t>
            </a:r>
            <a:r>
              <a:rPr lang="en-US" dirty="0"/>
              <a:t> </a:t>
            </a:r>
            <a:r>
              <a:rPr lang="ru-RU" dirty="0"/>
              <a:t>К ЗАГОЛОВКУ</a:t>
            </a:r>
          </a:p>
        </p:txBody>
      </p:sp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FAB9B020-1B19-EBFB-65D9-19397C08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90653700-EC2B-0197-26D7-CA2CA2934F5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3" y="2440263"/>
            <a:ext cx="12194536" cy="3946300"/>
          </a:xfrm>
          <a:custGeom>
            <a:avLst/>
            <a:gdLst>
              <a:gd name="connsiteX0" fmla="*/ 0 w 12192000"/>
              <a:gd name="connsiteY0" fmla="*/ 0 h 3979863"/>
              <a:gd name="connsiteX1" fmla="*/ 12192000 w 12192000"/>
              <a:gd name="connsiteY1" fmla="*/ 0 h 3979863"/>
              <a:gd name="connsiteX2" fmla="*/ 12192000 w 12192000"/>
              <a:gd name="connsiteY2" fmla="*/ 3979863 h 3979863"/>
              <a:gd name="connsiteX3" fmla="*/ 0 w 12192000"/>
              <a:gd name="connsiteY3" fmla="*/ 3979863 h 3979863"/>
              <a:gd name="connsiteX4" fmla="*/ 0 w 12192000"/>
              <a:gd name="connsiteY4" fmla="*/ 0 h 3979863"/>
              <a:gd name="connsiteX0" fmla="*/ 0 w 12192000"/>
              <a:gd name="connsiteY0" fmla="*/ 33 h 3979896"/>
              <a:gd name="connsiteX1" fmla="*/ 4496586 w 12192000"/>
              <a:gd name="connsiteY1" fmla="*/ 0 h 3979896"/>
              <a:gd name="connsiteX2" fmla="*/ 12192000 w 12192000"/>
              <a:gd name="connsiteY2" fmla="*/ 33 h 3979896"/>
              <a:gd name="connsiteX3" fmla="*/ 12192000 w 12192000"/>
              <a:gd name="connsiteY3" fmla="*/ 3979896 h 3979896"/>
              <a:gd name="connsiteX4" fmla="*/ 0 w 12192000"/>
              <a:gd name="connsiteY4" fmla="*/ 3979896 h 3979896"/>
              <a:gd name="connsiteX5" fmla="*/ 0 w 12192000"/>
              <a:gd name="connsiteY5" fmla="*/ 33 h 3979896"/>
              <a:gd name="connsiteX0" fmla="*/ 0 w 12192000"/>
              <a:gd name="connsiteY0" fmla="*/ 0 h 3979863"/>
              <a:gd name="connsiteX1" fmla="*/ 4493377 w 12192000"/>
              <a:gd name="connsiteY1" fmla="*/ 186056 h 3979863"/>
              <a:gd name="connsiteX2" fmla="*/ 12192000 w 12192000"/>
              <a:gd name="connsiteY2" fmla="*/ 0 h 3979863"/>
              <a:gd name="connsiteX3" fmla="*/ 12192000 w 12192000"/>
              <a:gd name="connsiteY3" fmla="*/ 3979863 h 3979863"/>
              <a:gd name="connsiteX4" fmla="*/ 0 w 12192000"/>
              <a:gd name="connsiteY4" fmla="*/ 3979863 h 3979863"/>
              <a:gd name="connsiteX5" fmla="*/ 0 w 12192000"/>
              <a:gd name="connsiteY5" fmla="*/ 0 h 3979863"/>
              <a:gd name="connsiteX0" fmla="*/ 0 w 12192000"/>
              <a:gd name="connsiteY0" fmla="*/ 0 h 3979863"/>
              <a:gd name="connsiteX1" fmla="*/ 4509419 w 12192000"/>
              <a:gd name="connsiteY1" fmla="*/ 9593 h 3979863"/>
              <a:gd name="connsiteX2" fmla="*/ 12192000 w 12192000"/>
              <a:gd name="connsiteY2" fmla="*/ 0 h 3979863"/>
              <a:gd name="connsiteX3" fmla="*/ 12192000 w 12192000"/>
              <a:gd name="connsiteY3" fmla="*/ 3979863 h 3979863"/>
              <a:gd name="connsiteX4" fmla="*/ 0 w 12192000"/>
              <a:gd name="connsiteY4" fmla="*/ 3979863 h 3979863"/>
              <a:gd name="connsiteX5" fmla="*/ 0 w 12192000"/>
              <a:gd name="connsiteY5" fmla="*/ 0 h 3979863"/>
              <a:gd name="connsiteX0" fmla="*/ 0 w 12192000"/>
              <a:gd name="connsiteY0" fmla="*/ 41742 h 4021605"/>
              <a:gd name="connsiteX1" fmla="*/ 4503002 w 12192000"/>
              <a:gd name="connsiteY1" fmla="*/ 0 h 4021605"/>
              <a:gd name="connsiteX2" fmla="*/ 12192000 w 12192000"/>
              <a:gd name="connsiteY2" fmla="*/ 41742 h 4021605"/>
              <a:gd name="connsiteX3" fmla="*/ 12192000 w 12192000"/>
              <a:gd name="connsiteY3" fmla="*/ 4021605 h 4021605"/>
              <a:gd name="connsiteX4" fmla="*/ 0 w 12192000"/>
              <a:gd name="connsiteY4" fmla="*/ 4021605 h 4021605"/>
              <a:gd name="connsiteX5" fmla="*/ 0 w 12192000"/>
              <a:gd name="connsiteY5" fmla="*/ 41742 h 4021605"/>
              <a:gd name="connsiteX0" fmla="*/ 0 w 12192000"/>
              <a:gd name="connsiteY0" fmla="*/ 0 h 3979863"/>
              <a:gd name="connsiteX1" fmla="*/ 4503002 w 12192000"/>
              <a:gd name="connsiteY1" fmla="*/ 9592 h 3979863"/>
              <a:gd name="connsiteX2" fmla="*/ 12192000 w 12192000"/>
              <a:gd name="connsiteY2" fmla="*/ 0 h 3979863"/>
              <a:gd name="connsiteX3" fmla="*/ 12192000 w 12192000"/>
              <a:gd name="connsiteY3" fmla="*/ 3979863 h 3979863"/>
              <a:gd name="connsiteX4" fmla="*/ 0 w 12192000"/>
              <a:gd name="connsiteY4" fmla="*/ 3979863 h 3979863"/>
              <a:gd name="connsiteX5" fmla="*/ 0 w 12192000"/>
              <a:gd name="connsiteY5" fmla="*/ 0 h 3979863"/>
              <a:gd name="connsiteX0" fmla="*/ 0 w 12192000"/>
              <a:gd name="connsiteY0" fmla="*/ 0 h 3979863"/>
              <a:gd name="connsiteX1" fmla="*/ 1737865 w 12192000"/>
              <a:gd name="connsiteY1" fmla="*/ 3691473 h 3979863"/>
              <a:gd name="connsiteX2" fmla="*/ 4503002 w 12192000"/>
              <a:gd name="connsiteY2" fmla="*/ 9592 h 3979863"/>
              <a:gd name="connsiteX3" fmla="*/ 12192000 w 12192000"/>
              <a:gd name="connsiteY3" fmla="*/ 0 h 3979863"/>
              <a:gd name="connsiteX4" fmla="*/ 12192000 w 12192000"/>
              <a:gd name="connsiteY4" fmla="*/ 3979863 h 3979863"/>
              <a:gd name="connsiteX5" fmla="*/ 0 w 12192000"/>
              <a:gd name="connsiteY5" fmla="*/ 3979863 h 3979863"/>
              <a:gd name="connsiteX6" fmla="*/ 0 w 12192000"/>
              <a:gd name="connsiteY6" fmla="*/ 0 h 3979863"/>
              <a:gd name="connsiteX0" fmla="*/ 55571 w 12192000"/>
              <a:gd name="connsiteY0" fmla="*/ 3692964 h 3979863"/>
              <a:gd name="connsiteX1" fmla="*/ 1737865 w 12192000"/>
              <a:gd name="connsiteY1" fmla="*/ 3691473 h 3979863"/>
              <a:gd name="connsiteX2" fmla="*/ 4503002 w 12192000"/>
              <a:gd name="connsiteY2" fmla="*/ 9592 h 3979863"/>
              <a:gd name="connsiteX3" fmla="*/ 12192000 w 12192000"/>
              <a:gd name="connsiteY3" fmla="*/ 0 h 3979863"/>
              <a:gd name="connsiteX4" fmla="*/ 12192000 w 12192000"/>
              <a:gd name="connsiteY4" fmla="*/ 3979863 h 3979863"/>
              <a:gd name="connsiteX5" fmla="*/ 0 w 12192000"/>
              <a:gd name="connsiteY5" fmla="*/ 3979863 h 3979863"/>
              <a:gd name="connsiteX6" fmla="*/ 55571 w 12192000"/>
              <a:gd name="connsiteY6" fmla="*/ 3692964 h 3979863"/>
              <a:gd name="connsiteX0" fmla="*/ 5052 w 12192000"/>
              <a:gd name="connsiteY0" fmla="*/ 3698016 h 3979863"/>
              <a:gd name="connsiteX1" fmla="*/ 1737865 w 12192000"/>
              <a:gd name="connsiteY1" fmla="*/ 3691473 h 3979863"/>
              <a:gd name="connsiteX2" fmla="*/ 4503002 w 12192000"/>
              <a:gd name="connsiteY2" fmla="*/ 9592 h 3979863"/>
              <a:gd name="connsiteX3" fmla="*/ 12192000 w 12192000"/>
              <a:gd name="connsiteY3" fmla="*/ 0 h 3979863"/>
              <a:gd name="connsiteX4" fmla="*/ 12192000 w 12192000"/>
              <a:gd name="connsiteY4" fmla="*/ 3979863 h 3979863"/>
              <a:gd name="connsiteX5" fmla="*/ 0 w 12192000"/>
              <a:gd name="connsiteY5" fmla="*/ 3979863 h 3979863"/>
              <a:gd name="connsiteX6" fmla="*/ 5052 w 12192000"/>
              <a:gd name="connsiteY6" fmla="*/ 3698016 h 3979863"/>
              <a:gd name="connsiteX0" fmla="*/ 0 w 12193672"/>
              <a:gd name="connsiteY0" fmla="*/ 3698016 h 3979863"/>
              <a:gd name="connsiteX1" fmla="*/ 1739537 w 12193672"/>
              <a:gd name="connsiteY1" fmla="*/ 3691473 h 3979863"/>
              <a:gd name="connsiteX2" fmla="*/ 4504674 w 12193672"/>
              <a:gd name="connsiteY2" fmla="*/ 9592 h 3979863"/>
              <a:gd name="connsiteX3" fmla="*/ 12193672 w 12193672"/>
              <a:gd name="connsiteY3" fmla="*/ 0 h 3979863"/>
              <a:gd name="connsiteX4" fmla="*/ 12193672 w 12193672"/>
              <a:gd name="connsiteY4" fmla="*/ 3979863 h 3979863"/>
              <a:gd name="connsiteX5" fmla="*/ 1672 w 12193672"/>
              <a:gd name="connsiteY5" fmla="*/ 3979863 h 3979863"/>
              <a:gd name="connsiteX6" fmla="*/ 0 w 12193672"/>
              <a:gd name="connsiteY6" fmla="*/ 3698016 h 3979863"/>
              <a:gd name="connsiteX0" fmla="*/ 156333 w 12192002"/>
              <a:gd name="connsiteY0" fmla="*/ 3832486 h 3979863"/>
              <a:gd name="connsiteX1" fmla="*/ 1737867 w 12192002"/>
              <a:gd name="connsiteY1" fmla="*/ 3691473 h 3979863"/>
              <a:gd name="connsiteX2" fmla="*/ 4503004 w 12192002"/>
              <a:gd name="connsiteY2" fmla="*/ 9592 h 3979863"/>
              <a:gd name="connsiteX3" fmla="*/ 12192002 w 12192002"/>
              <a:gd name="connsiteY3" fmla="*/ 0 h 3979863"/>
              <a:gd name="connsiteX4" fmla="*/ 12192002 w 12192002"/>
              <a:gd name="connsiteY4" fmla="*/ 3979863 h 3979863"/>
              <a:gd name="connsiteX5" fmla="*/ 2 w 12192002"/>
              <a:gd name="connsiteY5" fmla="*/ 3979863 h 3979863"/>
              <a:gd name="connsiteX6" fmla="*/ 156333 w 12192002"/>
              <a:gd name="connsiteY6" fmla="*/ 3832486 h 3979863"/>
              <a:gd name="connsiteX0" fmla="*/ 0 w 12193672"/>
              <a:gd name="connsiteY0" fmla="*/ 3694653 h 3979863"/>
              <a:gd name="connsiteX1" fmla="*/ 1739537 w 12193672"/>
              <a:gd name="connsiteY1" fmla="*/ 3691473 h 3979863"/>
              <a:gd name="connsiteX2" fmla="*/ 4504674 w 12193672"/>
              <a:gd name="connsiteY2" fmla="*/ 9592 h 3979863"/>
              <a:gd name="connsiteX3" fmla="*/ 12193672 w 12193672"/>
              <a:gd name="connsiteY3" fmla="*/ 0 h 3979863"/>
              <a:gd name="connsiteX4" fmla="*/ 12193672 w 12193672"/>
              <a:gd name="connsiteY4" fmla="*/ 3979863 h 3979863"/>
              <a:gd name="connsiteX5" fmla="*/ 1672 w 12193672"/>
              <a:gd name="connsiteY5" fmla="*/ 3979863 h 3979863"/>
              <a:gd name="connsiteX6" fmla="*/ 0 w 12193672"/>
              <a:gd name="connsiteY6" fmla="*/ 3694653 h 3979863"/>
              <a:gd name="connsiteX0" fmla="*/ 0 w 12193672"/>
              <a:gd name="connsiteY0" fmla="*/ 3694653 h 3979863"/>
              <a:gd name="connsiteX1" fmla="*/ 1692473 w 12193672"/>
              <a:gd name="connsiteY1" fmla="*/ 3614152 h 3979863"/>
              <a:gd name="connsiteX2" fmla="*/ 4504674 w 12193672"/>
              <a:gd name="connsiteY2" fmla="*/ 9592 h 3979863"/>
              <a:gd name="connsiteX3" fmla="*/ 12193672 w 12193672"/>
              <a:gd name="connsiteY3" fmla="*/ 0 h 3979863"/>
              <a:gd name="connsiteX4" fmla="*/ 12193672 w 12193672"/>
              <a:gd name="connsiteY4" fmla="*/ 3979863 h 3979863"/>
              <a:gd name="connsiteX5" fmla="*/ 1672 w 12193672"/>
              <a:gd name="connsiteY5" fmla="*/ 3979863 h 3979863"/>
              <a:gd name="connsiteX6" fmla="*/ 0 w 12193672"/>
              <a:gd name="connsiteY6" fmla="*/ 3694653 h 3979863"/>
              <a:gd name="connsiteX0" fmla="*/ 0 w 12193672"/>
              <a:gd name="connsiteY0" fmla="*/ 3694653 h 3979863"/>
              <a:gd name="connsiteX1" fmla="*/ 1739537 w 12193672"/>
              <a:gd name="connsiteY1" fmla="*/ 3691472 h 3979863"/>
              <a:gd name="connsiteX2" fmla="*/ 4504674 w 12193672"/>
              <a:gd name="connsiteY2" fmla="*/ 9592 h 3979863"/>
              <a:gd name="connsiteX3" fmla="*/ 12193672 w 12193672"/>
              <a:gd name="connsiteY3" fmla="*/ 0 h 3979863"/>
              <a:gd name="connsiteX4" fmla="*/ 12193672 w 12193672"/>
              <a:gd name="connsiteY4" fmla="*/ 3979863 h 3979863"/>
              <a:gd name="connsiteX5" fmla="*/ 1672 w 12193672"/>
              <a:gd name="connsiteY5" fmla="*/ 3979863 h 3979863"/>
              <a:gd name="connsiteX6" fmla="*/ 0 w 12193672"/>
              <a:gd name="connsiteY6" fmla="*/ 3694653 h 3979863"/>
              <a:gd name="connsiteX0" fmla="*/ 0 w 17294310"/>
              <a:gd name="connsiteY0" fmla="*/ 3694653 h 3979863"/>
              <a:gd name="connsiteX1" fmla="*/ 6840175 w 17294310"/>
              <a:gd name="connsiteY1" fmla="*/ 3691472 h 3979863"/>
              <a:gd name="connsiteX2" fmla="*/ 9605312 w 17294310"/>
              <a:gd name="connsiteY2" fmla="*/ 9592 h 3979863"/>
              <a:gd name="connsiteX3" fmla="*/ 17294310 w 17294310"/>
              <a:gd name="connsiteY3" fmla="*/ 0 h 3979863"/>
              <a:gd name="connsiteX4" fmla="*/ 17294310 w 17294310"/>
              <a:gd name="connsiteY4" fmla="*/ 3979863 h 3979863"/>
              <a:gd name="connsiteX5" fmla="*/ 5102310 w 17294310"/>
              <a:gd name="connsiteY5" fmla="*/ 3979863 h 3979863"/>
              <a:gd name="connsiteX6" fmla="*/ 0 w 17294310"/>
              <a:gd name="connsiteY6" fmla="*/ 3694653 h 3979863"/>
              <a:gd name="connsiteX0" fmla="*/ 0 w 17294310"/>
              <a:gd name="connsiteY0" fmla="*/ 3694653 h 3979863"/>
              <a:gd name="connsiteX1" fmla="*/ 6840175 w 17294310"/>
              <a:gd name="connsiteY1" fmla="*/ 3691472 h 3979863"/>
              <a:gd name="connsiteX2" fmla="*/ 9605312 w 17294310"/>
              <a:gd name="connsiteY2" fmla="*/ 9592 h 3979863"/>
              <a:gd name="connsiteX3" fmla="*/ 17294310 w 17294310"/>
              <a:gd name="connsiteY3" fmla="*/ 0 h 3979863"/>
              <a:gd name="connsiteX4" fmla="*/ 17294310 w 17294310"/>
              <a:gd name="connsiteY4" fmla="*/ 3979863 h 3979863"/>
              <a:gd name="connsiteX5" fmla="*/ 1672 w 17294310"/>
              <a:gd name="connsiteY5" fmla="*/ 3975100 h 3979863"/>
              <a:gd name="connsiteX6" fmla="*/ 0 w 17294310"/>
              <a:gd name="connsiteY6" fmla="*/ 3694653 h 3979863"/>
              <a:gd name="connsiteX0" fmla="*/ 0 w 17294310"/>
              <a:gd name="connsiteY0" fmla="*/ 3694653 h 3975100"/>
              <a:gd name="connsiteX1" fmla="*/ 6840175 w 17294310"/>
              <a:gd name="connsiteY1" fmla="*/ 3691472 h 3975100"/>
              <a:gd name="connsiteX2" fmla="*/ 9605312 w 17294310"/>
              <a:gd name="connsiteY2" fmla="*/ 9592 h 3975100"/>
              <a:gd name="connsiteX3" fmla="*/ 17294310 w 17294310"/>
              <a:gd name="connsiteY3" fmla="*/ 0 h 3975100"/>
              <a:gd name="connsiteX4" fmla="*/ 17294310 w 17294310"/>
              <a:gd name="connsiteY4" fmla="*/ 3943863 h 3975100"/>
              <a:gd name="connsiteX5" fmla="*/ 1672 w 17294310"/>
              <a:gd name="connsiteY5" fmla="*/ 3975100 h 3975100"/>
              <a:gd name="connsiteX6" fmla="*/ 0 w 17294310"/>
              <a:gd name="connsiteY6" fmla="*/ 3694653 h 3975100"/>
              <a:gd name="connsiteX0" fmla="*/ 1996 w 17296306"/>
              <a:gd name="connsiteY0" fmla="*/ 3694653 h 3946300"/>
              <a:gd name="connsiteX1" fmla="*/ 6842171 w 17296306"/>
              <a:gd name="connsiteY1" fmla="*/ 3691472 h 3946300"/>
              <a:gd name="connsiteX2" fmla="*/ 9607308 w 17296306"/>
              <a:gd name="connsiteY2" fmla="*/ 9592 h 3946300"/>
              <a:gd name="connsiteX3" fmla="*/ 17296306 w 17296306"/>
              <a:gd name="connsiteY3" fmla="*/ 0 h 3946300"/>
              <a:gd name="connsiteX4" fmla="*/ 17296306 w 17296306"/>
              <a:gd name="connsiteY4" fmla="*/ 3943863 h 3946300"/>
              <a:gd name="connsiteX5" fmla="*/ 68 w 17296306"/>
              <a:gd name="connsiteY5" fmla="*/ 3946300 h 3946300"/>
              <a:gd name="connsiteX6" fmla="*/ 1996 w 17296306"/>
              <a:gd name="connsiteY6" fmla="*/ 3694653 h 3946300"/>
              <a:gd name="connsiteX0" fmla="*/ 0 w 17294310"/>
              <a:gd name="connsiteY0" fmla="*/ 3694653 h 3946300"/>
              <a:gd name="connsiteX1" fmla="*/ 6840175 w 17294310"/>
              <a:gd name="connsiteY1" fmla="*/ 3691472 h 3946300"/>
              <a:gd name="connsiteX2" fmla="*/ 9605312 w 17294310"/>
              <a:gd name="connsiteY2" fmla="*/ 9592 h 3946300"/>
              <a:gd name="connsiteX3" fmla="*/ 17294310 w 17294310"/>
              <a:gd name="connsiteY3" fmla="*/ 0 h 3946300"/>
              <a:gd name="connsiteX4" fmla="*/ 17294310 w 17294310"/>
              <a:gd name="connsiteY4" fmla="*/ 3943863 h 3946300"/>
              <a:gd name="connsiteX5" fmla="*/ 5103983 w 17294310"/>
              <a:gd name="connsiteY5" fmla="*/ 3946300 h 3946300"/>
              <a:gd name="connsiteX6" fmla="*/ 0 w 17294310"/>
              <a:gd name="connsiteY6" fmla="*/ 3694653 h 3946300"/>
              <a:gd name="connsiteX0" fmla="*/ 0 w 12194536"/>
              <a:gd name="connsiteY0" fmla="*/ 3694653 h 3946300"/>
              <a:gd name="connsiteX1" fmla="*/ 1740401 w 12194536"/>
              <a:gd name="connsiteY1" fmla="*/ 3691472 h 3946300"/>
              <a:gd name="connsiteX2" fmla="*/ 4505538 w 12194536"/>
              <a:gd name="connsiteY2" fmla="*/ 9592 h 3946300"/>
              <a:gd name="connsiteX3" fmla="*/ 12194536 w 12194536"/>
              <a:gd name="connsiteY3" fmla="*/ 0 h 3946300"/>
              <a:gd name="connsiteX4" fmla="*/ 12194536 w 12194536"/>
              <a:gd name="connsiteY4" fmla="*/ 3943863 h 3946300"/>
              <a:gd name="connsiteX5" fmla="*/ 4209 w 12194536"/>
              <a:gd name="connsiteY5" fmla="*/ 3946300 h 3946300"/>
              <a:gd name="connsiteX6" fmla="*/ 0 w 12194536"/>
              <a:gd name="connsiteY6" fmla="*/ 3694653 h 3946300"/>
              <a:gd name="connsiteX0" fmla="*/ 0 w 12194536"/>
              <a:gd name="connsiteY0" fmla="*/ 3694653 h 3949475"/>
              <a:gd name="connsiteX1" fmla="*/ 1740401 w 12194536"/>
              <a:gd name="connsiteY1" fmla="*/ 3691472 h 3949475"/>
              <a:gd name="connsiteX2" fmla="*/ 4505538 w 12194536"/>
              <a:gd name="connsiteY2" fmla="*/ 9592 h 3949475"/>
              <a:gd name="connsiteX3" fmla="*/ 12194536 w 12194536"/>
              <a:gd name="connsiteY3" fmla="*/ 0 h 3949475"/>
              <a:gd name="connsiteX4" fmla="*/ 12194536 w 12194536"/>
              <a:gd name="connsiteY4" fmla="*/ 3943863 h 3949475"/>
              <a:gd name="connsiteX5" fmla="*/ 48659 w 12194536"/>
              <a:gd name="connsiteY5" fmla="*/ 3949475 h 3949475"/>
              <a:gd name="connsiteX6" fmla="*/ 0 w 12194536"/>
              <a:gd name="connsiteY6" fmla="*/ 3694653 h 3949475"/>
              <a:gd name="connsiteX0" fmla="*/ 0 w 12194536"/>
              <a:gd name="connsiteY0" fmla="*/ 3694653 h 3946300"/>
              <a:gd name="connsiteX1" fmla="*/ 1740401 w 12194536"/>
              <a:gd name="connsiteY1" fmla="*/ 3691472 h 3946300"/>
              <a:gd name="connsiteX2" fmla="*/ 4505538 w 12194536"/>
              <a:gd name="connsiteY2" fmla="*/ 9592 h 3946300"/>
              <a:gd name="connsiteX3" fmla="*/ 12194536 w 12194536"/>
              <a:gd name="connsiteY3" fmla="*/ 0 h 3946300"/>
              <a:gd name="connsiteX4" fmla="*/ 12194536 w 12194536"/>
              <a:gd name="connsiteY4" fmla="*/ 3943863 h 3946300"/>
              <a:gd name="connsiteX5" fmla="*/ 1034 w 12194536"/>
              <a:gd name="connsiteY5" fmla="*/ 3946300 h 3946300"/>
              <a:gd name="connsiteX6" fmla="*/ 0 w 12194536"/>
              <a:gd name="connsiteY6" fmla="*/ 3694653 h 39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4536" h="3946300">
                <a:moveTo>
                  <a:pt x="0" y="3694653"/>
                </a:moveTo>
                <a:lnTo>
                  <a:pt x="1740401" y="3691472"/>
                </a:lnTo>
                <a:lnTo>
                  <a:pt x="4505538" y="9592"/>
                </a:lnTo>
                <a:lnTo>
                  <a:pt x="12194536" y="0"/>
                </a:lnTo>
                <a:lnTo>
                  <a:pt x="12194536" y="3943863"/>
                </a:lnTo>
                <a:lnTo>
                  <a:pt x="1034" y="3946300"/>
                </a:lnTo>
                <a:cubicBezTo>
                  <a:pt x="477" y="3852351"/>
                  <a:pt x="557" y="3788602"/>
                  <a:pt x="0" y="3694653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7938" indent="0" algn="ctr">
              <a:spcBef>
                <a:spcPts val="0"/>
              </a:spcBef>
              <a:buNone/>
              <a:tabLst/>
              <a:defRPr lang="ru-RU" sz="2400" b="0" i="0" u="none" kern="1200" spc="100" baseline="0">
                <a:ln w="9525"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ИЗОБРАЖЕНИЕ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D0B111-B195-FB14-1A57-1C25FE8CE8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4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рменная рамка №1 (макс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4">
            <a:extLst>
              <a:ext uri="{FF2B5EF4-FFF2-40B4-BE49-F238E27FC236}">
                <a16:creationId xmlns:a16="http://schemas.microsoft.com/office/drawing/2014/main" id="{C28951EE-88D0-5DE9-5787-FA894E554C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8836" y="1824330"/>
            <a:ext cx="3563451" cy="160467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ru-RU" sz="14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75B9B551-557E-0FC0-DABE-233D94A7C0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853" y="-1"/>
            <a:ext cx="12192853" cy="6738897"/>
          </a:xfrm>
          <a:custGeom>
            <a:avLst/>
            <a:gdLst>
              <a:gd name="connsiteX0" fmla="*/ 0 w 16136938"/>
              <a:gd name="connsiteY0" fmla="*/ 0 h 6858000"/>
              <a:gd name="connsiteX1" fmla="*/ 16136938 w 16136938"/>
              <a:gd name="connsiteY1" fmla="*/ 0 h 6858000"/>
              <a:gd name="connsiteX2" fmla="*/ 16136938 w 16136938"/>
              <a:gd name="connsiteY2" fmla="*/ 6858000 h 6858000"/>
              <a:gd name="connsiteX3" fmla="*/ 0 w 16136938"/>
              <a:gd name="connsiteY3" fmla="*/ 6858000 h 6858000"/>
              <a:gd name="connsiteX4" fmla="*/ 0 w 16136938"/>
              <a:gd name="connsiteY4" fmla="*/ 0 h 6858000"/>
              <a:gd name="connsiteX0" fmla="*/ 0 w 16136938"/>
              <a:gd name="connsiteY0" fmla="*/ 0 h 6858000"/>
              <a:gd name="connsiteX1" fmla="*/ 10421474 w 16136938"/>
              <a:gd name="connsiteY1" fmla="*/ 0 h 6858000"/>
              <a:gd name="connsiteX2" fmla="*/ 16136938 w 16136938"/>
              <a:gd name="connsiteY2" fmla="*/ 0 h 6858000"/>
              <a:gd name="connsiteX3" fmla="*/ 16136938 w 16136938"/>
              <a:gd name="connsiteY3" fmla="*/ 6858000 h 6858000"/>
              <a:gd name="connsiteX4" fmla="*/ 0 w 16136938"/>
              <a:gd name="connsiteY4" fmla="*/ 6858000 h 6858000"/>
              <a:gd name="connsiteX5" fmla="*/ 0 w 16136938"/>
              <a:gd name="connsiteY5" fmla="*/ 0 h 6858000"/>
              <a:gd name="connsiteX0" fmla="*/ 0 w 16136938"/>
              <a:gd name="connsiteY0" fmla="*/ 7 h 6858007"/>
              <a:gd name="connsiteX1" fmla="*/ 5645004 w 16136938"/>
              <a:gd name="connsiteY1" fmla="*/ 6266695 h 6858007"/>
              <a:gd name="connsiteX2" fmla="*/ 10421474 w 16136938"/>
              <a:gd name="connsiteY2" fmla="*/ 7 h 6858007"/>
              <a:gd name="connsiteX3" fmla="*/ 16136938 w 16136938"/>
              <a:gd name="connsiteY3" fmla="*/ 7 h 6858007"/>
              <a:gd name="connsiteX4" fmla="*/ 16136938 w 16136938"/>
              <a:gd name="connsiteY4" fmla="*/ 6858007 h 6858007"/>
              <a:gd name="connsiteX5" fmla="*/ 0 w 16136938"/>
              <a:gd name="connsiteY5" fmla="*/ 6858007 h 6858007"/>
              <a:gd name="connsiteX6" fmla="*/ 0 w 16136938"/>
              <a:gd name="connsiteY6" fmla="*/ 7 h 6858007"/>
              <a:gd name="connsiteX0" fmla="*/ 0 w 16136938"/>
              <a:gd name="connsiteY0" fmla="*/ 7 h 6858007"/>
              <a:gd name="connsiteX1" fmla="*/ 5616429 w 16136938"/>
              <a:gd name="connsiteY1" fmla="*/ 6415920 h 6858007"/>
              <a:gd name="connsiteX2" fmla="*/ 10421474 w 16136938"/>
              <a:gd name="connsiteY2" fmla="*/ 7 h 6858007"/>
              <a:gd name="connsiteX3" fmla="*/ 16136938 w 16136938"/>
              <a:gd name="connsiteY3" fmla="*/ 7 h 6858007"/>
              <a:gd name="connsiteX4" fmla="*/ 16136938 w 16136938"/>
              <a:gd name="connsiteY4" fmla="*/ 6858007 h 6858007"/>
              <a:gd name="connsiteX5" fmla="*/ 0 w 16136938"/>
              <a:gd name="connsiteY5" fmla="*/ 6858007 h 6858007"/>
              <a:gd name="connsiteX6" fmla="*/ 0 w 16136938"/>
              <a:gd name="connsiteY6" fmla="*/ 7 h 6858007"/>
              <a:gd name="connsiteX0" fmla="*/ 8709 w 16136938"/>
              <a:gd name="connsiteY0" fmla="*/ 6165669 h 6858000"/>
              <a:gd name="connsiteX1" fmla="*/ 5616429 w 16136938"/>
              <a:gd name="connsiteY1" fmla="*/ 6415913 h 6858000"/>
              <a:gd name="connsiteX2" fmla="*/ 10421474 w 16136938"/>
              <a:gd name="connsiteY2" fmla="*/ 0 h 6858000"/>
              <a:gd name="connsiteX3" fmla="*/ 16136938 w 16136938"/>
              <a:gd name="connsiteY3" fmla="*/ 0 h 6858000"/>
              <a:gd name="connsiteX4" fmla="*/ 16136938 w 16136938"/>
              <a:gd name="connsiteY4" fmla="*/ 6858000 h 6858000"/>
              <a:gd name="connsiteX5" fmla="*/ 0 w 16136938"/>
              <a:gd name="connsiteY5" fmla="*/ 6858000 h 6858000"/>
              <a:gd name="connsiteX6" fmla="*/ 8709 w 16136938"/>
              <a:gd name="connsiteY6" fmla="*/ 6165669 h 6858000"/>
              <a:gd name="connsiteX0" fmla="*/ 253184 w 16136938"/>
              <a:gd name="connsiteY0" fmla="*/ 6479994 h 6858000"/>
              <a:gd name="connsiteX1" fmla="*/ 5616429 w 16136938"/>
              <a:gd name="connsiteY1" fmla="*/ 6415913 h 6858000"/>
              <a:gd name="connsiteX2" fmla="*/ 10421474 w 16136938"/>
              <a:gd name="connsiteY2" fmla="*/ 0 h 6858000"/>
              <a:gd name="connsiteX3" fmla="*/ 16136938 w 16136938"/>
              <a:gd name="connsiteY3" fmla="*/ 0 h 6858000"/>
              <a:gd name="connsiteX4" fmla="*/ 16136938 w 16136938"/>
              <a:gd name="connsiteY4" fmla="*/ 6858000 h 6858000"/>
              <a:gd name="connsiteX5" fmla="*/ 0 w 16136938"/>
              <a:gd name="connsiteY5" fmla="*/ 6858000 h 6858000"/>
              <a:gd name="connsiteX6" fmla="*/ 253184 w 16136938"/>
              <a:gd name="connsiteY6" fmla="*/ 6479994 h 6858000"/>
              <a:gd name="connsiteX0" fmla="*/ 2359 w 16136938"/>
              <a:gd name="connsiteY0" fmla="*/ 6419669 h 6858000"/>
              <a:gd name="connsiteX1" fmla="*/ 5616429 w 16136938"/>
              <a:gd name="connsiteY1" fmla="*/ 6415913 h 6858000"/>
              <a:gd name="connsiteX2" fmla="*/ 10421474 w 16136938"/>
              <a:gd name="connsiteY2" fmla="*/ 0 h 6858000"/>
              <a:gd name="connsiteX3" fmla="*/ 16136938 w 16136938"/>
              <a:gd name="connsiteY3" fmla="*/ 0 h 6858000"/>
              <a:gd name="connsiteX4" fmla="*/ 16136938 w 16136938"/>
              <a:gd name="connsiteY4" fmla="*/ 6858000 h 6858000"/>
              <a:gd name="connsiteX5" fmla="*/ 0 w 16136938"/>
              <a:gd name="connsiteY5" fmla="*/ 6858000 h 6858000"/>
              <a:gd name="connsiteX6" fmla="*/ 2359 w 16136938"/>
              <a:gd name="connsiteY6" fmla="*/ 6419669 h 6858000"/>
              <a:gd name="connsiteX0" fmla="*/ 2359 w 16136938"/>
              <a:gd name="connsiteY0" fmla="*/ 6419669 h 6858000"/>
              <a:gd name="connsiteX1" fmla="*/ 5616429 w 16136938"/>
              <a:gd name="connsiteY1" fmla="*/ 6415913 h 6858000"/>
              <a:gd name="connsiteX2" fmla="*/ 10421474 w 16136938"/>
              <a:gd name="connsiteY2" fmla="*/ 0 h 6858000"/>
              <a:gd name="connsiteX3" fmla="*/ 16136938 w 16136938"/>
              <a:gd name="connsiteY3" fmla="*/ 0 h 6858000"/>
              <a:gd name="connsiteX4" fmla="*/ 16136938 w 16136938"/>
              <a:gd name="connsiteY4" fmla="*/ 6738897 h 6858000"/>
              <a:gd name="connsiteX5" fmla="*/ 0 w 16136938"/>
              <a:gd name="connsiteY5" fmla="*/ 6858000 h 6858000"/>
              <a:gd name="connsiteX6" fmla="*/ 2359 w 16136938"/>
              <a:gd name="connsiteY6" fmla="*/ 6419669 h 6858000"/>
              <a:gd name="connsiteX0" fmla="*/ 2359 w 16136938"/>
              <a:gd name="connsiteY0" fmla="*/ 6419669 h 6738897"/>
              <a:gd name="connsiteX1" fmla="*/ 5616429 w 16136938"/>
              <a:gd name="connsiteY1" fmla="*/ 6415913 h 6738897"/>
              <a:gd name="connsiteX2" fmla="*/ 10421474 w 16136938"/>
              <a:gd name="connsiteY2" fmla="*/ 0 h 6738897"/>
              <a:gd name="connsiteX3" fmla="*/ 16136938 w 16136938"/>
              <a:gd name="connsiteY3" fmla="*/ 0 h 6738897"/>
              <a:gd name="connsiteX4" fmla="*/ 16136938 w 16136938"/>
              <a:gd name="connsiteY4" fmla="*/ 6738897 h 6738897"/>
              <a:gd name="connsiteX5" fmla="*/ 0 w 16136938"/>
              <a:gd name="connsiteY5" fmla="*/ 6738897 h 6738897"/>
              <a:gd name="connsiteX6" fmla="*/ 2359 w 16136938"/>
              <a:gd name="connsiteY6" fmla="*/ 6419669 h 6738897"/>
              <a:gd name="connsiteX0" fmla="*/ 1 w 16134580"/>
              <a:gd name="connsiteY0" fmla="*/ 6419669 h 6738897"/>
              <a:gd name="connsiteX1" fmla="*/ 5614071 w 16134580"/>
              <a:gd name="connsiteY1" fmla="*/ 6415913 h 6738897"/>
              <a:gd name="connsiteX2" fmla="*/ 10419116 w 16134580"/>
              <a:gd name="connsiteY2" fmla="*/ 0 h 6738897"/>
              <a:gd name="connsiteX3" fmla="*/ 16134580 w 16134580"/>
              <a:gd name="connsiteY3" fmla="*/ 0 h 6738897"/>
              <a:gd name="connsiteX4" fmla="*/ 16134580 w 16134580"/>
              <a:gd name="connsiteY4" fmla="*/ 6738897 h 6738897"/>
              <a:gd name="connsiteX5" fmla="*/ 3945626 w 16134580"/>
              <a:gd name="connsiteY5" fmla="*/ 6738897 h 6738897"/>
              <a:gd name="connsiteX6" fmla="*/ 1 w 16134580"/>
              <a:gd name="connsiteY6" fmla="*/ 6419669 h 6738897"/>
              <a:gd name="connsiteX0" fmla="*/ 79 w 12192853"/>
              <a:gd name="connsiteY0" fmla="*/ 6419669 h 6738897"/>
              <a:gd name="connsiteX1" fmla="*/ 1672344 w 12192853"/>
              <a:gd name="connsiteY1" fmla="*/ 6415913 h 6738897"/>
              <a:gd name="connsiteX2" fmla="*/ 6477389 w 12192853"/>
              <a:gd name="connsiteY2" fmla="*/ 0 h 6738897"/>
              <a:gd name="connsiteX3" fmla="*/ 12192853 w 12192853"/>
              <a:gd name="connsiteY3" fmla="*/ 0 h 6738897"/>
              <a:gd name="connsiteX4" fmla="*/ 12192853 w 12192853"/>
              <a:gd name="connsiteY4" fmla="*/ 6738897 h 6738897"/>
              <a:gd name="connsiteX5" fmla="*/ 3899 w 12192853"/>
              <a:gd name="connsiteY5" fmla="*/ 6738897 h 6738897"/>
              <a:gd name="connsiteX6" fmla="*/ 79 w 12192853"/>
              <a:gd name="connsiteY6" fmla="*/ 6419669 h 673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853" h="6738897">
                <a:moveTo>
                  <a:pt x="79" y="6419669"/>
                </a:moveTo>
                <a:lnTo>
                  <a:pt x="1672344" y="6415913"/>
                </a:lnTo>
                <a:lnTo>
                  <a:pt x="6477389" y="0"/>
                </a:lnTo>
                <a:lnTo>
                  <a:pt x="12192853" y="0"/>
                </a:lnTo>
                <a:lnTo>
                  <a:pt x="12192853" y="6738897"/>
                </a:lnTo>
                <a:lnTo>
                  <a:pt x="3899" y="6738897"/>
                </a:lnTo>
                <a:cubicBezTo>
                  <a:pt x="4685" y="6592787"/>
                  <a:pt x="-707" y="6565779"/>
                  <a:pt x="79" y="6419669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2400" u="none" kern="1200" spc="100" baseline="0">
                <a:ln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ИЗОБРАЖЕНИЕ</a:t>
            </a:r>
          </a:p>
        </p:txBody>
      </p:sp>
      <p:sp>
        <p:nvSpPr>
          <p:cNvPr id="2" name="Заголовок 7">
            <a:extLst>
              <a:ext uri="{FF2B5EF4-FFF2-40B4-BE49-F238E27FC236}">
                <a16:creationId xmlns:a16="http://schemas.microsoft.com/office/drawing/2014/main" id="{EFC5C786-A874-9BED-6876-C6EF26ED4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6190763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 БУКВЫ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F0FF7D-A72F-4F90-D15B-407E5A6D06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8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рменная рамка 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7C95A8-98BA-A0AA-0D0A-556CD40EF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37" y="2727169"/>
            <a:ext cx="5327164" cy="3257705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450EED4A-789C-6887-9DDB-43DB7656F5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7" y="1675515"/>
            <a:ext cx="7919551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0" i="0" spc="100" baseline="0">
                <a:ln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</a:t>
            </a:r>
            <a:r>
              <a:rPr lang="en-US" dirty="0"/>
              <a:t> </a:t>
            </a:r>
            <a:r>
              <a:rPr lang="ru-RU" dirty="0"/>
              <a:t>К ЗАГОЛОВКУ</a:t>
            </a: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A1A5A5D-4188-B060-B182-7349737743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2FB1EA-BFE3-793B-E21F-E78D731D1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рменная рамка №3 (сверху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8D249FA6-1C5B-C018-CFE8-6B45EF889927}"/>
              </a:ext>
            </a:extLst>
          </p:cNvPr>
          <p:cNvGrpSpPr/>
          <p:nvPr userDrawn="1"/>
        </p:nvGrpSpPr>
        <p:grpSpPr>
          <a:xfrm>
            <a:off x="442913" y="4480109"/>
            <a:ext cx="2503213" cy="1936566"/>
            <a:chOff x="704576" y="4524928"/>
            <a:chExt cx="2503213" cy="1936566"/>
          </a:xfrm>
          <a:solidFill>
            <a:schemeClr val="bg1">
              <a:lumMod val="85000"/>
            </a:schemeClr>
          </a:solidFill>
        </p:grpSpPr>
        <p:sp>
          <p:nvSpPr>
            <p:cNvPr id="12" name="Прямоугольник 2">
              <a:extLst>
                <a:ext uri="{FF2B5EF4-FFF2-40B4-BE49-F238E27FC236}">
                  <a16:creationId xmlns:a16="http://schemas.microsoft.com/office/drawing/2014/main" id="{404DDBEE-618F-CFE8-833F-0B6B42A6E11A}"/>
                </a:ext>
              </a:extLst>
            </p:cNvPr>
            <p:cNvSpPr/>
            <p:nvPr/>
          </p:nvSpPr>
          <p:spPr>
            <a:xfrm>
              <a:off x="704576" y="4902384"/>
              <a:ext cx="1196363" cy="112908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3" name="Прямоугольник 2">
              <a:extLst>
                <a:ext uri="{FF2B5EF4-FFF2-40B4-BE49-F238E27FC236}">
                  <a16:creationId xmlns:a16="http://schemas.microsoft.com/office/drawing/2014/main" id="{A4FACEA0-A12E-41F6-6849-883AC2BA0BFB}"/>
                </a:ext>
              </a:extLst>
            </p:cNvPr>
            <p:cNvSpPr/>
            <p:nvPr/>
          </p:nvSpPr>
          <p:spPr>
            <a:xfrm>
              <a:off x="836438" y="4524928"/>
              <a:ext cx="761193" cy="75724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" name="Прямоугольник 2">
              <a:extLst>
                <a:ext uri="{FF2B5EF4-FFF2-40B4-BE49-F238E27FC236}">
                  <a16:creationId xmlns:a16="http://schemas.microsoft.com/office/drawing/2014/main" id="{513D9247-4667-C9CC-FA8C-E6EA574DEBBF}"/>
                </a:ext>
              </a:extLst>
            </p:cNvPr>
            <p:cNvSpPr/>
            <p:nvPr/>
          </p:nvSpPr>
          <p:spPr>
            <a:xfrm>
              <a:off x="1129149" y="5900630"/>
              <a:ext cx="704655" cy="56086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747535 w 2747536"/>
                <a:gd name="connsiteY0" fmla="*/ 0 h 3653222"/>
                <a:gd name="connsiteX1" fmla="*/ 1571399 w 2747536"/>
                <a:gd name="connsiteY1" fmla="*/ 2477526 h 3653222"/>
                <a:gd name="connsiteX2" fmla="*/ 782106 w 2747536"/>
                <a:gd name="connsiteY2" fmla="*/ 3648552 h 3653222"/>
                <a:gd name="connsiteX3" fmla="*/ 0 w 2747536"/>
                <a:gd name="connsiteY3" fmla="*/ 3653222 h 3653222"/>
                <a:gd name="connsiteX4" fmla="*/ 2747535 w 2747536"/>
                <a:gd name="connsiteY4" fmla="*/ 0 h 3653222"/>
                <a:gd name="connsiteX0" fmla="*/ 1245081 w 1571399"/>
                <a:gd name="connsiteY0" fmla="*/ 0 h 1178081"/>
                <a:gd name="connsiteX1" fmla="*/ 1571399 w 1571399"/>
                <a:gd name="connsiteY1" fmla="*/ 2385 h 1178081"/>
                <a:gd name="connsiteX2" fmla="*/ 782106 w 1571399"/>
                <a:gd name="connsiteY2" fmla="*/ 1173411 h 1178081"/>
                <a:gd name="connsiteX3" fmla="*/ 0 w 1571399"/>
                <a:gd name="connsiteY3" fmla="*/ 1178081 h 1178081"/>
                <a:gd name="connsiteX4" fmla="*/ 1245081 w 1571399"/>
                <a:gd name="connsiteY4" fmla="*/ 0 h 1178081"/>
                <a:gd name="connsiteX0" fmla="*/ 1149549 w 1571399"/>
                <a:gd name="connsiteY0" fmla="*/ 0 h 1516785"/>
                <a:gd name="connsiteX1" fmla="*/ 1571399 w 1571399"/>
                <a:gd name="connsiteY1" fmla="*/ 341089 h 1516785"/>
                <a:gd name="connsiteX2" fmla="*/ 782106 w 1571399"/>
                <a:gd name="connsiteY2" fmla="*/ 1512115 h 1516785"/>
                <a:gd name="connsiteX3" fmla="*/ 0 w 1571399"/>
                <a:gd name="connsiteY3" fmla="*/ 1516785 h 1516785"/>
                <a:gd name="connsiteX4" fmla="*/ 1149549 w 1571399"/>
                <a:gd name="connsiteY4" fmla="*/ 0 h 1516785"/>
                <a:gd name="connsiteX0" fmla="*/ 1149549 w 1901418"/>
                <a:gd name="connsiteY0" fmla="*/ 6299 h 1523084"/>
                <a:gd name="connsiteX1" fmla="*/ 1901418 w 1901418"/>
                <a:gd name="connsiteY1" fmla="*/ 0 h 1523084"/>
                <a:gd name="connsiteX2" fmla="*/ 782106 w 1901418"/>
                <a:gd name="connsiteY2" fmla="*/ 1518414 h 1523084"/>
                <a:gd name="connsiteX3" fmla="*/ 0 w 1901418"/>
                <a:gd name="connsiteY3" fmla="*/ 1523084 h 1523084"/>
                <a:gd name="connsiteX4" fmla="*/ 1149549 w 1901418"/>
                <a:gd name="connsiteY4" fmla="*/ 6299 h 1523084"/>
                <a:gd name="connsiteX0" fmla="*/ 1158234 w 1901418"/>
                <a:gd name="connsiteY0" fmla="*/ 0 h 1690479"/>
                <a:gd name="connsiteX1" fmla="*/ 1901418 w 1901418"/>
                <a:gd name="connsiteY1" fmla="*/ 167395 h 1690479"/>
                <a:gd name="connsiteX2" fmla="*/ 782106 w 1901418"/>
                <a:gd name="connsiteY2" fmla="*/ 1685809 h 1690479"/>
                <a:gd name="connsiteX3" fmla="*/ 0 w 1901418"/>
                <a:gd name="connsiteY3" fmla="*/ 1690479 h 1690479"/>
                <a:gd name="connsiteX4" fmla="*/ 1158234 w 1901418"/>
                <a:gd name="connsiteY4" fmla="*/ 0 h 1690479"/>
                <a:gd name="connsiteX0" fmla="*/ 1210342 w 1901418"/>
                <a:gd name="connsiteY0" fmla="*/ 214732 h 1523084"/>
                <a:gd name="connsiteX1" fmla="*/ 1901418 w 1901418"/>
                <a:gd name="connsiteY1" fmla="*/ 0 h 1523084"/>
                <a:gd name="connsiteX2" fmla="*/ 782106 w 1901418"/>
                <a:gd name="connsiteY2" fmla="*/ 1518414 h 1523084"/>
                <a:gd name="connsiteX3" fmla="*/ 0 w 1901418"/>
                <a:gd name="connsiteY3" fmla="*/ 1523084 h 1523084"/>
                <a:gd name="connsiteX4" fmla="*/ 1210342 w 1901418"/>
                <a:gd name="connsiteY4" fmla="*/ 214732 h 1523084"/>
                <a:gd name="connsiteX0" fmla="*/ 1149549 w 1901418"/>
                <a:gd name="connsiteY0" fmla="*/ 0 h 1542839"/>
                <a:gd name="connsiteX1" fmla="*/ 1901418 w 1901418"/>
                <a:gd name="connsiteY1" fmla="*/ 19755 h 1542839"/>
                <a:gd name="connsiteX2" fmla="*/ 782106 w 1901418"/>
                <a:gd name="connsiteY2" fmla="*/ 1538169 h 1542839"/>
                <a:gd name="connsiteX3" fmla="*/ 0 w 1901418"/>
                <a:gd name="connsiteY3" fmla="*/ 1542839 h 1542839"/>
                <a:gd name="connsiteX4" fmla="*/ 1149549 w 1901418"/>
                <a:gd name="connsiteY4" fmla="*/ 0 h 1542839"/>
                <a:gd name="connsiteX0" fmla="*/ 1149549 w 1901418"/>
                <a:gd name="connsiteY0" fmla="*/ 0 h 1542839"/>
                <a:gd name="connsiteX1" fmla="*/ 1901418 w 1901418"/>
                <a:gd name="connsiteY1" fmla="*/ 19755 h 1542839"/>
                <a:gd name="connsiteX2" fmla="*/ 782106 w 1901418"/>
                <a:gd name="connsiteY2" fmla="*/ 1538169 h 1542839"/>
                <a:gd name="connsiteX3" fmla="*/ 0 w 1901418"/>
                <a:gd name="connsiteY3" fmla="*/ 1542839 h 1542839"/>
                <a:gd name="connsiteX4" fmla="*/ 1149549 w 1901418"/>
                <a:gd name="connsiteY4" fmla="*/ 0 h 1542839"/>
                <a:gd name="connsiteX0" fmla="*/ 1149549 w 1910103"/>
                <a:gd name="connsiteY0" fmla="*/ 0 h 1542839"/>
                <a:gd name="connsiteX1" fmla="*/ 1910103 w 1910103"/>
                <a:gd name="connsiteY1" fmla="*/ 2385 h 1542839"/>
                <a:gd name="connsiteX2" fmla="*/ 782106 w 1910103"/>
                <a:gd name="connsiteY2" fmla="*/ 1538169 h 1542839"/>
                <a:gd name="connsiteX3" fmla="*/ 0 w 1910103"/>
                <a:gd name="connsiteY3" fmla="*/ 1542839 h 1542839"/>
                <a:gd name="connsiteX4" fmla="*/ 1149549 w 1910103"/>
                <a:gd name="connsiteY4" fmla="*/ 0 h 1542839"/>
                <a:gd name="connsiteX0" fmla="*/ 1149549 w 1927472"/>
                <a:gd name="connsiteY0" fmla="*/ 0 h 1542839"/>
                <a:gd name="connsiteX1" fmla="*/ 1927472 w 1927472"/>
                <a:gd name="connsiteY1" fmla="*/ 11070 h 1542839"/>
                <a:gd name="connsiteX2" fmla="*/ 782106 w 1927472"/>
                <a:gd name="connsiteY2" fmla="*/ 1538169 h 1542839"/>
                <a:gd name="connsiteX3" fmla="*/ 0 w 1927472"/>
                <a:gd name="connsiteY3" fmla="*/ 1542839 h 1542839"/>
                <a:gd name="connsiteX4" fmla="*/ 1149549 w 1927472"/>
                <a:gd name="connsiteY4" fmla="*/ 0 h 1542839"/>
                <a:gd name="connsiteX0" fmla="*/ 1219027 w 1927472"/>
                <a:gd name="connsiteY0" fmla="*/ 197363 h 1531769"/>
                <a:gd name="connsiteX1" fmla="*/ 1927472 w 1927472"/>
                <a:gd name="connsiteY1" fmla="*/ 0 h 1531769"/>
                <a:gd name="connsiteX2" fmla="*/ 782106 w 1927472"/>
                <a:gd name="connsiteY2" fmla="*/ 1527099 h 1531769"/>
                <a:gd name="connsiteX3" fmla="*/ 0 w 1927472"/>
                <a:gd name="connsiteY3" fmla="*/ 1531769 h 1531769"/>
                <a:gd name="connsiteX4" fmla="*/ 1219027 w 1927472"/>
                <a:gd name="connsiteY4" fmla="*/ 197363 h 1531769"/>
                <a:gd name="connsiteX0" fmla="*/ 1149549 w 1927472"/>
                <a:gd name="connsiteY0" fmla="*/ 0 h 1534154"/>
                <a:gd name="connsiteX1" fmla="*/ 1927472 w 1927472"/>
                <a:gd name="connsiteY1" fmla="*/ 2385 h 1534154"/>
                <a:gd name="connsiteX2" fmla="*/ 782106 w 1927472"/>
                <a:gd name="connsiteY2" fmla="*/ 1529484 h 1534154"/>
                <a:gd name="connsiteX3" fmla="*/ 0 w 1927472"/>
                <a:gd name="connsiteY3" fmla="*/ 1534154 h 1534154"/>
                <a:gd name="connsiteX4" fmla="*/ 1149549 w 1927472"/>
                <a:gd name="connsiteY4" fmla="*/ 0 h 1534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7472" h="1534154">
                  <a:moveTo>
                    <a:pt x="1149549" y="0"/>
                  </a:moveTo>
                  <a:lnTo>
                    <a:pt x="1927472" y="2385"/>
                  </a:lnTo>
                  <a:lnTo>
                    <a:pt x="782106" y="1529484"/>
                  </a:lnTo>
                  <a:lnTo>
                    <a:pt x="0" y="1534154"/>
                  </a:lnTo>
                  <a:lnTo>
                    <a:pt x="11495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5" name="Прямоугольник 2">
              <a:extLst>
                <a:ext uri="{FF2B5EF4-FFF2-40B4-BE49-F238E27FC236}">
                  <a16:creationId xmlns:a16="http://schemas.microsoft.com/office/drawing/2014/main" id="{50D7B8AA-A745-0D0A-14C7-759B3842516B}"/>
                </a:ext>
              </a:extLst>
            </p:cNvPr>
            <p:cNvSpPr/>
            <p:nvPr/>
          </p:nvSpPr>
          <p:spPr>
            <a:xfrm>
              <a:off x="2589450" y="5282168"/>
              <a:ext cx="618339" cy="7524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B06F283-9B9E-D59D-E305-597E718E3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44" y="2878281"/>
            <a:ext cx="10560169" cy="353839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65699D10-9028-8BE8-BC33-F0C6CFFA6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7" y="2223471"/>
            <a:ext cx="6190763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0" i="0" spc="100" baseline="0">
                <a:ln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 К ЗАГОЛОВКУ</a:t>
            </a:r>
          </a:p>
        </p:txBody>
      </p:sp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5E65BC66-0B59-5089-D323-FC0A65A6C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601078-2390-0C6C-35EE-DF328B56C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16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рменная рамка №3 (слев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DCF0CEDF-6EB7-B368-251F-74A61D5F8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37" y="2401543"/>
            <a:ext cx="5327163" cy="401513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EBE0C7EE-BAD8-30D0-FFD8-604BE19518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5327163" cy="1868121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AB3752-61D8-9EE5-762E-7F32F68630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64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  <p15:guide id="21" pos="279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ри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Текст 26">
            <a:extLst>
              <a:ext uri="{FF2B5EF4-FFF2-40B4-BE49-F238E27FC236}">
                <a16:creationId xmlns:a16="http://schemas.microsoft.com/office/drawing/2014/main" id="{3F9AEF52-DB3B-8989-5D1A-52A74FEB0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4492" y="2377776"/>
            <a:ext cx="2188847" cy="45250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ru-RU" sz="1400" b="1" i="0" kern="1200" spc="200" dirty="0" smtClean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ЗАГЛАВНЫЕ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17506577-A82B-2ACD-706D-F09504A3D9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9264" y="2377778"/>
            <a:ext cx="2256922" cy="45250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ru-RU" sz="1400" b="1" i="0" kern="1200" spc="200" dirty="0" smtClean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ЗАГЛАВНЫЕ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E4A4B22-CA7B-F141-A7E9-78297F4C11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19265" y="2950030"/>
            <a:ext cx="2256921" cy="655615"/>
          </a:xfrm>
        </p:spPr>
        <p:txBody>
          <a:bodyPr>
            <a:normAutofit/>
          </a:bodyPr>
          <a:lstStyle>
            <a:lvl1pPr marL="0" indent="0">
              <a:buNone/>
              <a:defRPr lang="ru-RU" sz="12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7EB1CFF9-5996-9CB8-259E-ABCA5A68C2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17844" y="2377777"/>
            <a:ext cx="2242687" cy="45250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lang="ru-RU" sz="1400" b="1" i="0" kern="1200" spc="200" dirty="0" smtClean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ЗАГЛАВНЫЕ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2CFF7750-582D-9EDB-DC2F-C4145475C9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17844" y="2950029"/>
            <a:ext cx="2242687" cy="655616"/>
          </a:xfrm>
        </p:spPr>
        <p:txBody>
          <a:bodyPr>
            <a:normAutofit/>
          </a:bodyPr>
          <a:lstStyle>
            <a:lvl1pPr marL="0" indent="0">
              <a:buNone/>
              <a:defRPr lang="ru-RU" sz="12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51">
            <a:extLst>
              <a:ext uri="{FF2B5EF4-FFF2-40B4-BE49-F238E27FC236}">
                <a16:creationId xmlns:a16="http://schemas.microsoft.com/office/drawing/2014/main" id="{ECE13962-0D65-E822-5037-A909F2C6F8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4492" y="2943674"/>
            <a:ext cx="2188847" cy="660514"/>
          </a:xfrm>
        </p:spPr>
        <p:txBody>
          <a:bodyPr>
            <a:normAutofit/>
          </a:bodyPr>
          <a:lstStyle>
            <a:lvl1pPr marL="0" indent="0">
              <a:buNone/>
              <a:defRPr lang="ru-RU" sz="12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8E5BC941-B33B-E039-DAF7-0F7989B9F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962FDF98-56D5-66A4-F937-7F54E171CC7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74713" y="3717577"/>
            <a:ext cx="2628900" cy="2702273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1800" u="none" kern="1200" spc="100" baseline="0" dirty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ВСТАВЬТЕ ИЗОБРАЖЕНИЕ</a:t>
            </a:r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1F0A708B-7649-AAF1-8F3C-4AA8E61180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34886" y="3717578"/>
            <a:ext cx="2627937" cy="2267298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1800" u="none" kern="1200" spc="100" baseline="0" dirty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ВСТАВЬТЕ ИЗОБРАЖЕНИЕ</a:t>
            </a: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DFE48F6A-5E2E-9140-1C86-7408D6DCA19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24788" y="3728760"/>
            <a:ext cx="2627937" cy="1824315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1800" u="none" kern="1200" spc="100" baseline="0" dirty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ВСТАВЬТЕ ИЗОБРАЖЕНИЕ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F7D720D-F1D7-4B7A-95E3-0F16BA6540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6681" y="250754"/>
            <a:ext cx="1120443" cy="38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85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ри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3D54B98-D2E7-4F71-A905-29E1E0D493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99" y="507992"/>
            <a:ext cx="12119027" cy="630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63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рменная рамка №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Текст 26">
            <a:extLst>
              <a:ext uri="{FF2B5EF4-FFF2-40B4-BE49-F238E27FC236}">
                <a16:creationId xmlns:a16="http://schemas.microsoft.com/office/drawing/2014/main" id="{3F9AEF52-DB3B-8989-5D1A-52A74FEB0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6775" y="2899946"/>
            <a:ext cx="2600324" cy="5290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ru-RU" sz="1400" b="1" i="0" kern="1200" spc="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ЗАГЛАВНЫЕ</a:t>
            </a:r>
          </a:p>
        </p:txBody>
      </p:sp>
      <p:sp>
        <p:nvSpPr>
          <p:cNvPr id="53" name="Текст 51">
            <a:extLst>
              <a:ext uri="{FF2B5EF4-FFF2-40B4-BE49-F238E27FC236}">
                <a16:creationId xmlns:a16="http://schemas.microsoft.com/office/drawing/2014/main" id="{ECE13962-0D65-E822-5037-A909F2C6F8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776" y="3424923"/>
            <a:ext cx="2600324" cy="1842381"/>
          </a:xfrm>
        </p:spPr>
        <p:txBody>
          <a:bodyPr>
            <a:normAutofit/>
          </a:bodyPr>
          <a:lstStyle>
            <a:lvl1pPr marL="198438" indent="-198438">
              <a:spcBef>
                <a:spcPts val="0"/>
              </a:spcBef>
              <a:buClr>
                <a:srgbClr val="7F7F7F"/>
              </a:buClr>
              <a:buFont typeface="Wingdings" pitchFamily="2" charset="2"/>
              <a:buChar char="§"/>
              <a:tabLst/>
              <a:defRPr lang="ru-RU" sz="14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пункт 1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4F0BCC34-FFF1-627B-EE29-08132C750B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11799" y="2899946"/>
            <a:ext cx="2600324" cy="53250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ru-RU" sz="1400" b="1" i="0" kern="1200" spc="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ЗАГЛАВНЫЕ</a:t>
            </a:r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0928409C-24B3-2FF4-3F8E-6BC1872F8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11600" y="3432175"/>
            <a:ext cx="2597150" cy="1837915"/>
          </a:xfrm>
        </p:spPr>
        <p:txBody>
          <a:bodyPr>
            <a:normAutofit/>
          </a:bodyPr>
          <a:lstStyle>
            <a:lvl1pPr marL="177800" indent="-177800">
              <a:buClr>
                <a:srgbClr val="7F7F7F"/>
              </a:buClr>
              <a:buFont typeface="Wingdings" pitchFamily="2" charset="2"/>
              <a:buChar char="§"/>
              <a:tabLst/>
              <a:defRPr lang="ru-RU" sz="14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пункт 1</a:t>
            </a:r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63FBE8C3-2824-A88A-1F77-E7935745DF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822" y="3439425"/>
            <a:ext cx="2631678" cy="1837915"/>
          </a:xfrm>
        </p:spPr>
        <p:txBody>
          <a:bodyPr>
            <a:normAutofit/>
          </a:bodyPr>
          <a:lstStyle>
            <a:lvl1pPr marL="177800" indent="-177800">
              <a:buClr>
                <a:srgbClr val="7F7F7F"/>
              </a:buClr>
              <a:buFont typeface="Wingdings" pitchFamily="2" charset="2"/>
              <a:buChar char="§"/>
              <a:tabLst/>
              <a:defRPr lang="ru-RU" sz="14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пункт 1</a:t>
            </a:r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FC95877D-F5B8-2F51-8628-A04468AB99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6821" y="2900363"/>
            <a:ext cx="2631679" cy="5238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ru-RU" sz="1400" b="1" i="0" kern="1200" spc="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ЗАГЛАВНЫЕ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608247A-E265-46ED-E7C0-4160A8BDFE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6774" y="5799564"/>
            <a:ext cx="7821614" cy="47344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lang="ru-RU" sz="1400" b="0" i="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Примечание</a:t>
            </a:r>
          </a:p>
        </p:txBody>
      </p:sp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15A766AE-3D66-90CB-7391-23A263FE1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33504C-0964-3DE5-3862-9059A9555F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23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мартфон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Заголовок 7">
            <a:extLst>
              <a:ext uri="{FF2B5EF4-FFF2-40B4-BE49-F238E27FC236}">
                <a16:creationId xmlns:a16="http://schemas.microsoft.com/office/drawing/2014/main" id="{4C2B256D-ABD8-A54A-03D8-133CBE54E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55" name="Объект 2">
            <a:extLst>
              <a:ext uri="{FF2B5EF4-FFF2-40B4-BE49-F238E27FC236}">
                <a16:creationId xmlns:a16="http://schemas.microsoft.com/office/drawing/2014/main" id="{823AC8D4-62E1-2E78-44F2-1FDDEBEB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44" y="2878281"/>
            <a:ext cx="5326614" cy="353839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6" name="Текст 4">
            <a:extLst>
              <a:ext uri="{FF2B5EF4-FFF2-40B4-BE49-F238E27FC236}">
                <a16:creationId xmlns:a16="http://schemas.microsoft.com/office/drawing/2014/main" id="{4A42A628-701D-5718-6C9E-99104E7DB4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8" y="2223471"/>
            <a:ext cx="5321262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1" i="0" spc="1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 К ЗАГОЛОВКУ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4B8C62D-D892-28DD-1C4A-C4AE03000D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19792" y="2223471"/>
            <a:ext cx="2805113" cy="6064250"/>
          </a:xfrm>
          <a:prstGeom prst="roundRect">
            <a:avLst>
              <a:gd name="adj" fmla="val 13724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ru-RU" sz="2400" u="none" kern="1200" spc="100" baseline="0">
                <a:ln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 СНИМОК ЭКРАНА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0B7020-FCD6-4CEB-FE8A-36F259C423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6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мартфон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C4B8C62D-D892-28DD-1C4A-C4AE03000D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56634" y="2605693"/>
            <a:ext cx="2971815" cy="5940333"/>
          </a:xfrm>
          <a:prstGeom prst="roundRect">
            <a:avLst>
              <a:gd name="adj" fmla="val 4764"/>
            </a:avLst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2400" u="none" kern="1200" spc="100" baseline="0">
                <a:ln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 СНИМОК</a:t>
            </a:r>
            <a:br>
              <a:rPr lang="ru-RU" dirty="0"/>
            </a:br>
            <a:r>
              <a:rPr lang="ru-RU" dirty="0"/>
              <a:t>ЭКРАНА</a:t>
            </a:r>
          </a:p>
        </p:txBody>
      </p:sp>
      <p:sp>
        <p:nvSpPr>
          <p:cNvPr id="3" name="Заголовок 7">
            <a:extLst>
              <a:ext uri="{FF2B5EF4-FFF2-40B4-BE49-F238E27FC236}">
                <a16:creationId xmlns:a16="http://schemas.microsoft.com/office/drawing/2014/main" id="{3755A7D4-3832-0D8B-F1C4-3F39009D2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6B7A430-749D-B68E-EC56-F0670A3F6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44" y="2878281"/>
            <a:ext cx="5326614" cy="353839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4E10E8-A4E7-CDE3-8A73-8AFDCBB15A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8" y="2223471"/>
            <a:ext cx="5321262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1" i="0" spc="1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 К ЗАГОЛОВКУ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7245B4-77C0-E9D1-7CDF-2A3195DFF8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18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C745062-B8C3-3AC1-7939-5CF98748173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61085" y="2603845"/>
            <a:ext cx="5640516" cy="3401303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2400" u="none" kern="1200" spc="100" baseline="0" dirty="0">
                <a:ln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СНИМОК ЭКРАНА</a:t>
            </a:r>
          </a:p>
        </p:txBody>
      </p:sp>
      <p:sp>
        <p:nvSpPr>
          <p:cNvPr id="16" name="Заголовок 7">
            <a:extLst>
              <a:ext uri="{FF2B5EF4-FFF2-40B4-BE49-F238E27FC236}">
                <a16:creationId xmlns:a16="http://schemas.microsoft.com/office/drawing/2014/main" id="{DA1B279C-0C95-8D45-6C4F-1C3D7F390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0548AD97-5DF3-A575-5843-8C42C6A8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44" y="2878281"/>
            <a:ext cx="5326614" cy="353839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C0325142-9CF9-AE03-7CA1-D27EC783EE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8" y="2223471"/>
            <a:ext cx="5321262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1" i="0" spc="1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 К ЗАГОЛОВКУ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F29065-4C56-6F1D-E7BA-DC72986362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08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но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C745062-B8C3-3AC1-7939-5CF98748173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2528" y="2428876"/>
            <a:ext cx="4911722" cy="277495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2400" u="none" kern="1200" spc="100" baseline="0" dirty="0">
                <a:ln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СНИМОК ЭКРАНА</a:t>
            </a:r>
          </a:p>
        </p:txBody>
      </p:sp>
      <p:sp>
        <p:nvSpPr>
          <p:cNvPr id="7" name="Заголовок 7">
            <a:extLst>
              <a:ext uri="{FF2B5EF4-FFF2-40B4-BE49-F238E27FC236}">
                <a16:creationId xmlns:a16="http://schemas.microsoft.com/office/drawing/2014/main" id="{18486461-018C-DC28-6263-FE98A650B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943B184-9BDF-31EE-E3EC-081E7E3CE46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64344" y="2878281"/>
            <a:ext cx="4537419" cy="353839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53011B2A-25A2-C713-64E5-B019B9BB9D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8" y="2223471"/>
            <a:ext cx="4532860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1" i="0" spc="1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</a:t>
            </a:r>
            <a:br>
              <a:rPr lang="en-US" dirty="0"/>
            </a:br>
            <a:r>
              <a:rPr lang="ru-RU" dirty="0"/>
              <a:t>К ЗАГОЛОВКУ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F59CDF-E85E-4D7F-6661-040F712A89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80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нито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C745062-B8C3-3AC1-7939-5CF98748173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94941" y="2393619"/>
            <a:ext cx="4986893" cy="3107071"/>
          </a:xfrm>
          <a:prstGeom prst="roundRect">
            <a:avLst>
              <a:gd name="adj" fmla="val 930"/>
            </a:avLst>
          </a:prstGeo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2400" u="none" kern="1200" spc="100" baseline="0" dirty="0">
                <a:ln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СНИМОК ЭКРАНА</a:t>
            </a:r>
          </a:p>
        </p:txBody>
      </p:sp>
      <p:sp>
        <p:nvSpPr>
          <p:cNvPr id="7" name="Заголовок 7">
            <a:extLst>
              <a:ext uri="{FF2B5EF4-FFF2-40B4-BE49-F238E27FC236}">
                <a16:creationId xmlns:a16="http://schemas.microsoft.com/office/drawing/2014/main" id="{B1741FBE-1A7B-2E70-37F3-994BB65271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88F3FA4-D370-831B-CFB1-44EA1A9E6FD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64344" y="2878281"/>
            <a:ext cx="4537419" cy="353839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1A63CABE-F599-F3C5-AFDC-0D37CFF1BC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8" y="2223471"/>
            <a:ext cx="4532860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1" i="0" spc="1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</a:t>
            </a:r>
            <a:br>
              <a:rPr lang="en-US" dirty="0"/>
            </a:br>
            <a:r>
              <a:rPr lang="ru-RU" dirty="0"/>
              <a:t>К ЗАГОЛОВКУ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B1AC0D-6D80-CB7A-4D9A-832769AE1C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15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Экр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C745062-B8C3-3AC1-7939-5CF98748173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84220" y="2156496"/>
            <a:ext cx="6356830" cy="3641393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ru-RU" sz="2400" u="none" kern="1200" spc="100" baseline="0" dirty="0">
                <a:ln cap="sq">
                  <a:noFill/>
                  <a:miter lim="800000"/>
                </a:ln>
                <a:solidFill>
                  <a:schemeClr val="tx1"/>
                </a:solidFill>
                <a:highlight>
                  <a:srgbClr val="E5E5E5"/>
                </a:highligh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ВСТАВЬТЕ</a:t>
            </a:r>
            <a:br>
              <a:rPr lang="ru-RU" dirty="0"/>
            </a:br>
            <a:r>
              <a:rPr lang="ru-RU" dirty="0"/>
              <a:t>ИЗОБРАЖЕНИЕ</a:t>
            </a:r>
          </a:p>
        </p:txBody>
      </p:sp>
      <p:sp>
        <p:nvSpPr>
          <p:cNvPr id="7" name="Заголовок 7">
            <a:extLst>
              <a:ext uri="{FF2B5EF4-FFF2-40B4-BE49-F238E27FC236}">
                <a16:creationId xmlns:a16="http://schemas.microsoft.com/office/drawing/2014/main" id="{5FE2C845-FF7B-AB21-17C3-4D0109950B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7" y="365125"/>
            <a:ext cx="7919551" cy="1325563"/>
          </a:xfrm>
        </p:spPr>
        <p:txBody>
          <a:bodyPr anchor="t">
            <a:normAutofit/>
          </a:bodyPr>
          <a:lstStyle>
            <a:lvl1pPr>
              <a:def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7980441-729E-FF23-1FE8-C59F749CFD5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64344" y="2878281"/>
            <a:ext cx="3143115" cy="3538393"/>
          </a:xfrm>
        </p:spPr>
        <p:txBody>
          <a:bodyPr>
            <a:normAutofit/>
          </a:bodyPr>
          <a:lstStyle>
            <a:lvl1pPr marL="0" indent="0">
              <a:buNone/>
              <a:defRPr sz="14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2AB8BFF9-6CAE-5807-26EE-680C3EAB1B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8838" y="2223471"/>
            <a:ext cx="3139957" cy="5325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1" i="0" spc="1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КОРОТКИЙ</a:t>
            </a:r>
            <a:br>
              <a:rPr lang="en-US" dirty="0"/>
            </a:br>
            <a:r>
              <a:rPr lang="ru-RU" dirty="0"/>
              <a:t>ЗАГОЛОВОК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798D43-FA98-0B78-C9EF-26A4D4ED5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88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29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тбивка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7C95A8-98BA-A0AA-0D0A-556CD40EF80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4713" y="868177"/>
            <a:ext cx="8732346" cy="5116698"/>
          </a:xfrm>
        </p:spPr>
        <p:txBody>
          <a:bodyPr anchor="ctr">
            <a:normAutofit/>
          </a:bodyPr>
          <a:lstStyle>
            <a:lvl1pPr marL="0" indent="0">
              <a:lnSpc>
                <a:spcPts val="7000"/>
              </a:lnSpc>
              <a:spcBef>
                <a:spcPts val="600"/>
              </a:spcBef>
              <a:spcAft>
                <a:spcPts val="600"/>
              </a:spcAft>
              <a:buNone/>
              <a:defRPr sz="7000" b="0" i="0" spc="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Используйте </a:t>
            </a:r>
            <a:r>
              <a:rPr lang="en-US" dirty="0"/>
              <a:t>Enter </a:t>
            </a:r>
            <a:r>
              <a:rPr lang="ru-RU" dirty="0"/>
              <a:t>для выделения слова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A905702-EA6D-C4D1-FA25-88ADE31D55FE}"/>
              </a:ext>
            </a:extLst>
          </p:cNvPr>
          <p:cNvGrpSpPr/>
          <p:nvPr userDrawn="1"/>
        </p:nvGrpSpPr>
        <p:grpSpPr>
          <a:xfrm>
            <a:off x="9249621" y="4480109"/>
            <a:ext cx="2503213" cy="1936566"/>
            <a:chOff x="704576" y="4524928"/>
            <a:chExt cx="2503213" cy="1936566"/>
          </a:xfrm>
          <a:solidFill>
            <a:schemeClr val="bg1">
              <a:lumMod val="85000"/>
            </a:schemeClr>
          </a:solidFill>
        </p:grpSpPr>
        <p:sp>
          <p:nvSpPr>
            <p:cNvPr id="16" name="Прямоугольник 2">
              <a:extLst>
                <a:ext uri="{FF2B5EF4-FFF2-40B4-BE49-F238E27FC236}">
                  <a16:creationId xmlns:a16="http://schemas.microsoft.com/office/drawing/2014/main" id="{09B901F4-1E4C-DAE6-8553-15F83E4E5D34}"/>
                </a:ext>
              </a:extLst>
            </p:cNvPr>
            <p:cNvSpPr/>
            <p:nvPr/>
          </p:nvSpPr>
          <p:spPr>
            <a:xfrm>
              <a:off x="704576" y="4902384"/>
              <a:ext cx="1196363" cy="112908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Прямоугольник 2">
              <a:extLst>
                <a:ext uri="{FF2B5EF4-FFF2-40B4-BE49-F238E27FC236}">
                  <a16:creationId xmlns:a16="http://schemas.microsoft.com/office/drawing/2014/main" id="{C45BAEC4-C2CB-6084-EDB2-DC9FA7BA95FA}"/>
                </a:ext>
              </a:extLst>
            </p:cNvPr>
            <p:cNvSpPr/>
            <p:nvPr/>
          </p:nvSpPr>
          <p:spPr>
            <a:xfrm>
              <a:off x="836438" y="4524928"/>
              <a:ext cx="761193" cy="757240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8" name="Прямоугольник 2">
              <a:extLst>
                <a:ext uri="{FF2B5EF4-FFF2-40B4-BE49-F238E27FC236}">
                  <a16:creationId xmlns:a16="http://schemas.microsoft.com/office/drawing/2014/main" id="{5129BE5B-040E-F018-D674-4AC61354A81E}"/>
                </a:ext>
              </a:extLst>
            </p:cNvPr>
            <p:cNvSpPr/>
            <p:nvPr/>
          </p:nvSpPr>
          <p:spPr>
            <a:xfrm>
              <a:off x="1129149" y="5900630"/>
              <a:ext cx="704655" cy="56086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747535 w 2747536"/>
                <a:gd name="connsiteY0" fmla="*/ 0 h 3653222"/>
                <a:gd name="connsiteX1" fmla="*/ 1571399 w 2747536"/>
                <a:gd name="connsiteY1" fmla="*/ 2477526 h 3653222"/>
                <a:gd name="connsiteX2" fmla="*/ 782106 w 2747536"/>
                <a:gd name="connsiteY2" fmla="*/ 3648552 h 3653222"/>
                <a:gd name="connsiteX3" fmla="*/ 0 w 2747536"/>
                <a:gd name="connsiteY3" fmla="*/ 3653222 h 3653222"/>
                <a:gd name="connsiteX4" fmla="*/ 2747535 w 2747536"/>
                <a:gd name="connsiteY4" fmla="*/ 0 h 3653222"/>
                <a:gd name="connsiteX0" fmla="*/ 1245081 w 1571399"/>
                <a:gd name="connsiteY0" fmla="*/ 0 h 1178081"/>
                <a:gd name="connsiteX1" fmla="*/ 1571399 w 1571399"/>
                <a:gd name="connsiteY1" fmla="*/ 2385 h 1178081"/>
                <a:gd name="connsiteX2" fmla="*/ 782106 w 1571399"/>
                <a:gd name="connsiteY2" fmla="*/ 1173411 h 1178081"/>
                <a:gd name="connsiteX3" fmla="*/ 0 w 1571399"/>
                <a:gd name="connsiteY3" fmla="*/ 1178081 h 1178081"/>
                <a:gd name="connsiteX4" fmla="*/ 1245081 w 1571399"/>
                <a:gd name="connsiteY4" fmla="*/ 0 h 1178081"/>
                <a:gd name="connsiteX0" fmla="*/ 1149549 w 1571399"/>
                <a:gd name="connsiteY0" fmla="*/ 0 h 1516785"/>
                <a:gd name="connsiteX1" fmla="*/ 1571399 w 1571399"/>
                <a:gd name="connsiteY1" fmla="*/ 341089 h 1516785"/>
                <a:gd name="connsiteX2" fmla="*/ 782106 w 1571399"/>
                <a:gd name="connsiteY2" fmla="*/ 1512115 h 1516785"/>
                <a:gd name="connsiteX3" fmla="*/ 0 w 1571399"/>
                <a:gd name="connsiteY3" fmla="*/ 1516785 h 1516785"/>
                <a:gd name="connsiteX4" fmla="*/ 1149549 w 1571399"/>
                <a:gd name="connsiteY4" fmla="*/ 0 h 1516785"/>
                <a:gd name="connsiteX0" fmla="*/ 1149549 w 1901418"/>
                <a:gd name="connsiteY0" fmla="*/ 6299 h 1523084"/>
                <a:gd name="connsiteX1" fmla="*/ 1901418 w 1901418"/>
                <a:gd name="connsiteY1" fmla="*/ 0 h 1523084"/>
                <a:gd name="connsiteX2" fmla="*/ 782106 w 1901418"/>
                <a:gd name="connsiteY2" fmla="*/ 1518414 h 1523084"/>
                <a:gd name="connsiteX3" fmla="*/ 0 w 1901418"/>
                <a:gd name="connsiteY3" fmla="*/ 1523084 h 1523084"/>
                <a:gd name="connsiteX4" fmla="*/ 1149549 w 1901418"/>
                <a:gd name="connsiteY4" fmla="*/ 6299 h 1523084"/>
                <a:gd name="connsiteX0" fmla="*/ 1158234 w 1901418"/>
                <a:gd name="connsiteY0" fmla="*/ 0 h 1690479"/>
                <a:gd name="connsiteX1" fmla="*/ 1901418 w 1901418"/>
                <a:gd name="connsiteY1" fmla="*/ 167395 h 1690479"/>
                <a:gd name="connsiteX2" fmla="*/ 782106 w 1901418"/>
                <a:gd name="connsiteY2" fmla="*/ 1685809 h 1690479"/>
                <a:gd name="connsiteX3" fmla="*/ 0 w 1901418"/>
                <a:gd name="connsiteY3" fmla="*/ 1690479 h 1690479"/>
                <a:gd name="connsiteX4" fmla="*/ 1158234 w 1901418"/>
                <a:gd name="connsiteY4" fmla="*/ 0 h 1690479"/>
                <a:gd name="connsiteX0" fmla="*/ 1210342 w 1901418"/>
                <a:gd name="connsiteY0" fmla="*/ 214732 h 1523084"/>
                <a:gd name="connsiteX1" fmla="*/ 1901418 w 1901418"/>
                <a:gd name="connsiteY1" fmla="*/ 0 h 1523084"/>
                <a:gd name="connsiteX2" fmla="*/ 782106 w 1901418"/>
                <a:gd name="connsiteY2" fmla="*/ 1518414 h 1523084"/>
                <a:gd name="connsiteX3" fmla="*/ 0 w 1901418"/>
                <a:gd name="connsiteY3" fmla="*/ 1523084 h 1523084"/>
                <a:gd name="connsiteX4" fmla="*/ 1210342 w 1901418"/>
                <a:gd name="connsiteY4" fmla="*/ 214732 h 1523084"/>
                <a:gd name="connsiteX0" fmla="*/ 1149549 w 1901418"/>
                <a:gd name="connsiteY0" fmla="*/ 0 h 1542839"/>
                <a:gd name="connsiteX1" fmla="*/ 1901418 w 1901418"/>
                <a:gd name="connsiteY1" fmla="*/ 19755 h 1542839"/>
                <a:gd name="connsiteX2" fmla="*/ 782106 w 1901418"/>
                <a:gd name="connsiteY2" fmla="*/ 1538169 h 1542839"/>
                <a:gd name="connsiteX3" fmla="*/ 0 w 1901418"/>
                <a:gd name="connsiteY3" fmla="*/ 1542839 h 1542839"/>
                <a:gd name="connsiteX4" fmla="*/ 1149549 w 1901418"/>
                <a:gd name="connsiteY4" fmla="*/ 0 h 1542839"/>
                <a:gd name="connsiteX0" fmla="*/ 1149549 w 1901418"/>
                <a:gd name="connsiteY0" fmla="*/ 0 h 1542839"/>
                <a:gd name="connsiteX1" fmla="*/ 1901418 w 1901418"/>
                <a:gd name="connsiteY1" fmla="*/ 19755 h 1542839"/>
                <a:gd name="connsiteX2" fmla="*/ 782106 w 1901418"/>
                <a:gd name="connsiteY2" fmla="*/ 1538169 h 1542839"/>
                <a:gd name="connsiteX3" fmla="*/ 0 w 1901418"/>
                <a:gd name="connsiteY3" fmla="*/ 1542839 h 1542839"/>
                <a:gd name="connsiteX4" fmla="*/ 1149549 w 1901418"/>
                <a:gd name="connsiteY4" fmla="*/ 0 h 1542839"/>
                <a:gd name="connsiteX0" fmla="*/ 1149549 w 1910103"/>
                <a:gd name="connsiteY0" fmla="*/ 0 h 1542839"/>
                <a:gd name="connsiteX1" fmla="*/ 1910103 w 1910103"/>
                <a:gd name="connsiteY1" fmla="*/ 2385 h 1542839"/>
                <a:gd name="connsiteX2" fmla="*/ 782106 w 1910103"/>
                <a:gd name="connsiteY2" fmla="*/ 1538169 h 1542839"/>
                <a:gd name="connsiteX3" fmla="*/ 0 w 1910103"/>
                <a:gd name="connsiteY3" fmla="*/ 1542839 h 1542839"/>
                <a:gd name="connsiteX4" fmla="*/ 1149549 w 1910103"/>
                <a:gd name="connsiteY4" fmla="*/ 0 h 1542839"/>
                <a:gd name="connsiteX0" fmla="*/ 1149549 w 1927472"/>
                <a:gd name="connsiteY0" fmla="*/ 0 h 1542839"/>
                <a:gd name="connsiteX1" fmla="*/ 1927472 w 1927472"/>
                <a:gd name="connsiteY1" fmla="*/ 11070 h 1542839"/>
                <a:gd name="connsiteX2" fmla="*/ 782106 w 1927472"/>
                <a:gd name="connsiteY2" fmla="*/ 1538169 h 1542839"/>
                <a:gd name="connsiteX3" fmla="*/ 0 w 1927472"/>
                <a:gd name="connsiteY3" fmla="*/ 1542839 h 1542839"/>
                <a:gd name="connsiteX4" fmla="*/ 1149549 w 1927472"/>
                <a:gd name="connsiteY4" fmla="*/ 0 h 1542839"/>
                <a:gd name="connsiteX0" fmla="*/ 1219027 w 1927472"/>
                <a:gd name="connsiteY0" fmla="*/ 197363 h 1531769"/>
                <a:gd name="connsiteX1" fmla="*/ 1927472 w 1927472"/>
                <a:gd name="connsiteY1" fmla="*/ 0 h 1531769"/>
                <a:gd name="connsiteX2" fmla="*/ 782106 w 1927472"/>
                <a:gd name="connsiteY2" fmla="*/ 1527099 h 1531769"/>
                <a:gd name="connsiteX3" fmla="*/ 0 w 1927472"/>
                <a:gd name="connsiteY3" fmla="*/ 1531769 h 1531769"/>
                <a:gd name="connsiteX4" fmla="*/ 1219027 w 1927472"/>
                <a:gd name="connsiteY4" fmla="*/ 197363 h 1531769"/>
                <a:gd name="connsiteX0" fmla="*/ 1149549 w 1927472"/>
                <a:gd name="connsiteY0" fmla="*/ 0 h 1534154"/>
                <a:gd name="connsiteX1" fmla="*/ 1927472 w 1927472"/>
                <a:gd name="connsiteY1" fmla="*/ 2385 h 1534154"/>
                <a:gd name="connsiteX2" fmla="*/ 782106 w 1927472"/>
                <a:gd name="connsiteY2" fmla="*/ 1529484 h 1534154"/>
                <a:gd name="connsiteX3" fmla="*/ 0 w 1927472"/>
                <a:gd name="connsiteY3" fmla="*/ 1534154 h 1534154"/>
                <a:gd name="connsiteX4" fmla="*/ 1149549 w 1927472"/>
                <a:gd name="connsiteY4" fmla="*/ 0 h 1534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7472" h="1534154">
                  <a:moveTo>
                    <a:pt x="1149549" y="0"/>
                  </a:moveTo>
                  <a:lnTo>
                    <a:pt x="1927472" y="2385"/>
                  </a:lnTo>
                  <a:lnTo>
                    <a:pt x="782106" y="1529484"/>
                  </a:lnTo>
                  <a:lnTo>
                    <a:pt x="0" y="1534154"/>
                  </a:lnTo>
                  <a:lnTo>
                    <a:pt x="11495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0" name="Прямоугольник 2">
              <a:extLst>
                <a:ext uri="{FF2B5EF4-FFF2-40B4-BE49-F238E27FC236}">
                  <a16:creationId xmlns:a16="http://schemas.microsoft.com/office/drawing/2014/main" id="{27D5FA13-12DC-EB84-0254-9BF4426324C6}"/>
                </a:ext>
              </a:extLst>
            </p:cNvPr>
            <p:cNvSpPr/>
            <p:nvPr/>
          </p:nvSpPr>
          <p:spPr>
            <a:xfrm>
              <a:off x="2589450" y="5282168"/>
              <a:ext cx="618339" cy="752474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953" h="3658026">
                  <a:moveTo>
                    <a:pt x="2757008" y="0"/>
                  </a:moveTo>
                  <a:lnTo>
                    <a:pt x="3005953" y="3175"/>
                  </a:lnTo>
                  <a:lnTo>
                    <a:pt x="279969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FC369D8-8CCA-4B8F-E312-2FFF11593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9622" y="445891"/>
            <a:ext cx="2453212" cy="52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34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713ABC52-E1E0-66A1-13A3-A0EB1669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7208" y="411782"/>
            <a:ext cx="3164891" cy="1047598"/>
          </a:xfrm>
        </p:spPr>
        <p:txBody>
          <a:bodyPr>
            <a:normAutofit/>
          </a:bodyPr>
          <a:lstStyle>
            <a:lvl1pPr marL="0" indent="0">
              <a:buNone/>
              <a:defRPr sz="1100" b="0" i="0" spc="0" baseline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FSRAILWAY Book" panose="020B0503040504020204" pitchFamily="34" charset="0"/>
              </a:defRPr>
            </a:lvl2pPr>
            <a:lvl3pPr>
              <a:defRPr b="0" i="0">
                <a:latin typeface="FSRAILWAY Book" panose="020B0503040504020204" pitchFamily="34" charset="0"/>
              </a:defRPr>
            </a:lvl3pPr>
            <a:lvl4pPr>
              <a:defRPr b="0" i="0">
                <a:latin typeface="FSRAILWAY Book" panose="020B0503040504020204" pitchFamily="34" charset="0"/>
              </a:defRPr>
            </a:lvl4pPr>
            <a:lvl5pPr>
              <a:defRPr b="0" i="0">
                <a:latin typeface="FSRAILWAY Book" panose="020B050304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7" name="Рисунок 9">
            <a:extLst>
              <a:ext uri="{FF2B5EF4-FFF2-40B4-BE49-F238E27FC236}">
                <a16:creationId xmlns:a16="http://schemas.microsoft.com/office/drawing/2014/main" id="{1A8DF907-A743-DBF9-2DA9-AA98C3C6CB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81741" y="441325"/>
            <a:ext cx="871093" cy="532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Текст 4">
            <a:extLst>
              <a:ext uri="{FF2B5EF4-FFF2-40B4-BE49-F238E27FC236}">
                <a16:creationId xmlns:a16="http://schemas.microsoft.com/office/drawing/2014/main" id="{A28D07B5-2A36-CE42-5EAC-C298DCA583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837" y="1363173"/>
            <a:ext cx="6331759" cy="2818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 b="0" i="0" spc="100" baseline="0">
                <a:ln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ru-RU" dirty="0"/>
              <a:t>КОРОТКОЕ ДОПОЛНЕНИЕ К ЗАГОЛОВКУ</a:t>
            </a:r>
          </a:p>
        </p:txBody>
      </p:sp>
      <p:sp>
        <p:nvSpPr>
          <p:cNvPr id="11" name="Заголовок 7">
            <a:extLst>
              <a:ext uri="{FF2B5EF4-FFF2-40B4-BE49-F238E27FC236}">
                <a16:creationId xmlns:a16="http://schemas.microsoft.com/office/drawing/2014/main" id="{19A521E3-6372-6A90-D6E8-6AC3BD08D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36" y="365126"/>
            <a:ext cx="6331760" cy="1047598"/>
          </a:xfrm>
        </p:spPr>
        <p:txBody>
          <a:bodyPr>
            <a:normAutofit/>
          </a:bodyPr>
          <a:lstStyle>
            <a:lvl1pPr>
              <a:defRPr lang="ru-RU" sz="260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/ </a:t>
            </a:r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ЗАГЛАВНЫЕ</a:t>
            </a:r>
            <a:br>
              <a:rPr lang="ru-RU" dirty="0"/>
            </a:br>
            <a:r>
              <a:rPr lang="ru-RU" dirty="0"/>
              <a:t>БУКВЫ</a:t>
            </a:r>
          </a:p>
        </p:txBody>
      </p:sp>
    </p:spTree>
    <p:extLst>
      <p:ext uri="{BB962C8B-B14F-4D97-AF65-F5344CB8AC3E}">
        <p14:creationId xmlns:p14="http://schemas.microsoft.com/office/powerpoint/2010/main" val="1890696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бор ико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7">
            <a:extLst>
              <a:ext uri="{FF2B5EF4-FFF2-40B4-BE49-F238E27FC236}">
                <a16:creationId xmlns:a16="http://schemas.microsoft.com/office/drawing/2014/main" id="{19A521E3-6372-6A90-D6E8-6AC3BD08D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386731" y="3150321"/>
            <a:ext cx="6096002" cy="436709"/>
          </a:xfrm>
        </p:spPr>
        <p:txBody>
          <a:bodyPr>
            <a:normAutofit/>
          </a:bodyPr>
          <a:lstStyle>
            <a:lvl1pPr algn="r">
              <a:defRPr lang="ru-RU" sz="260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НАБОР ИКОНОК</a:t>
            </a:r>
          </a:p>
        </p:txBody>
      </p:sp>
    </p:spTree>
    <p:extLst>
      <p:ext uri="{BB962C8B-B14F-4D97-AF65-F5344CB8AC3E}">
        <p14:creationId xmlns:p14="http://schemas.microsoft.com/office/powerpoint/2010/main" val="457595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C97775-FD2F-6265-4F61-2B45A067FAE8}"/>
              </a:ext>
            </a:extLst>
          </p:cNvPr>
          <p:cNvSpPr txBox="1"/>
          <p:nvPr userDrawn="1"/>
        </p:nvSpPr>
        <p:spPr>
          <a:xfrm>
            <a:off x="768836" y="312103"/>
            <a:ext cx="9683263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ИЗОБРАЖЕНИЯ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11A526D-A299-4107-CD06-BE649F5E11BE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713" y="3387442"/>
            <a:ext cx="659613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5829485-7057-A296-5489-4FC388C23ADA}"/>
              </a:ext>
            </a:extLst>
          </p:cNvPr>
          <p:cNvSpPr txBox="1"/>
          <p:nvPr userDrawn="1"/>
        </p:nvSpPr>
        <p:spPr>
          <a:xfrm>
            <a:off x="778459" y="3893994"/>
            <a:ext cx="659613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641975" algn="l"/>
              </a:tabLst>
              <a:defRPr/>
            </a:pPr>
            <a:r>
              <a:rPr lang="ru-RU" sz="1400" b="1" kern="1200" spc="200" dirty="0">
                <a:ln w="12700"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ИЗОБРАЖЕНИЯ НЕ ИЗ ФОТОБАНКА</a:t>
            </a:r>
            <a:endParaRPr lang="ru-RU" sz="1400" b="1" kern="1200" dirty="0">
              <a:ln w="12700" cap="sq">
                <a:noFill/>
                <a:miter lim="800000"/>
              </a:ln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 работе со сторонними изображениями необходимо убедиться в их соответствии требованиям Руководства бренда работодателя РЖД</a:t>
            </a:r>
            <a:r>
              <a:rPr lang="ru-RU" sz="1000" b="0" kern="120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0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</a:t>
            </a:r>
            <a:r>
              <a:rPr lang="ru-RU" sz="10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интранет</a:t>
            </a:r>
            <a:r>
              <a:rPr lang="ru-RU" sz="10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):</a:t>
            </a:r>
            <a:endParaRPr lang="ru-RU" sz="100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ru-RU" sz="1000" b="1" kern="1200" dirty="0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Визуальная концепция</a:t>
            </a: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000" b="0" i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→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«</a:t>
            </a:r>
            <a:r>
              <a:rPr lang="ru-RU" sz="1000" b="1" kern="1200" dirty="0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Элементы фирменного стиля</a:t>
            </a: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000" b="0" i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→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«</a:t>
            </a:r>
            <a:r>
              <a:rPr lang="ru-RU" sz="1000" b="1" kern="1200" dirty="0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3.1.6 </a:t>
            </a:r>
            <a:r>
              <a:rPr lang="ru-RU" sz="1000" b="1" kern="1200" dirty="0" err="1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Фотостиль</a:t>
            </a: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».</a:t>
            </a:r>
            <a:endParaRPr lang="en" sz="1000" b="0" kern="1200" dirty="0">
              <a:ln>
                <a:noFill/>
              </a:ln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D5F1C-060A-6A25-AD60-A3AF59FC16F5}"/>
              </a:ext>
            </a:extLst>
          </p:cNvPr>
          <p:cNvSpPr txBox="1"/>
          <p:nvPr userDrawn="1"/>
        </p:nvSpPr>
        <p:spPr>
          <a:xfrm>
            <a:off x="778459" y="1465118"/>
            <a:ext cx="669238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spc="200" dirty="0">
                <a:ln w="15875" cap="sq">
                  <a:noFill/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ФОТОБАНК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Используйте </a:t>
            </a:r>
            <a:r>
              <a:rPr lang="ru-RU" sz="140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фотостиль</a:t>
            </a: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избегайте рисунков и иллюстраций. Изображения доступны в фотобанке (</a:t>
            </a: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интранет</a:t>
            </a: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lang="en-US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бренда работодателя РЖД: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11238" algn="l"/>
              </a:tabLst>
              <a:defRPr/>
            </a:pP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ru-RU" sz="1400" b="1" kern="1200" dirty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Исходные файлы</a:t>
            </a: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 → «</a:t>
            </a:r>
            <a:r>
              <a:rPr lang="ru-RU" sz="1400" b="1" kern="1200" dirty="0">
                <a:ln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 Фотобанк</a:t>
            </a:r>
            <a:r>
              <a:rPr lang="ru-RU" sz="14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en" sz="140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22250-DECC-5B2A-F533-554FCF0933B5}"/>
              </a:ext>
            </a:extLst>
          </p:cNvPr>
          <p:cNvSpPr txBox="1"/>
          <p:nvPr userDrawn="1"/>
        </p:nvSpPr>
        <p:spPr>
          <a:xfrm>
            <a:off x="778458" y="5323876"/>
            <a:ext cx="71553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kern="1200" spc="200" dirty="0">
                <a:ln w="12700" cap="sq">
                  <a:noFill/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ВЕС ИЗОБРАЖЕНИЙ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Изображения могут замедлять работу </a:t>
            </a:r>
            <a:r>
              <a:rPr lang="en-US" sz="10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PowerPoint</a:t>
            </a:r>
            <a:r>
              <a:rPr lang="ru-RU" sz="10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в силу большого веса или ограниченных характеристик ПК. Выделите изображение и оптимизируйте его: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ru-RU" sz="1000" b="1" kern="1200" dirty="0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Формат рисунка</a:t>
            </a: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000" b="0" i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→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«    </a:t>
            </a:r>
            <a:r>
              <a:rPr lang="ru-RU" sz="1000" b="1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000" b="1" kern="1200" dirty="0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Сжать рисунки</a:t>
            </a: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000" b="0" i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→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«</a:t>
            </a:r>
            <a:r>
              <a:rPr lang="ru-RU" sz="1000" b="1" kern="1200" dirty="0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Применить к… выделенным рисункам</a:t>
            </a: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000" b="0" i="0" dirty="0">
                <a:ln>
                  <a:noFill/>
                </a:ln>
                <a:solidFill>
                  <a:srgbClr val="3333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→</a:t>
            </a:r>
            <a:r>
              <a:rPr lang="ru-RU" sz="1000" b="0" kern="1200" dirty="0"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«</a:t>
            </a:r>
            <a:r>
              <a:rPr lang="ru-RU" sz="1000" b="1" kern="1200" dirty="0">
                <a:ln w="6350"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ОК</a:t>
            </a:r>
            <a:r>
              <a:rPr lang="ru-RU" sz="1000" b="0" kern="1200" dirty="0">
                <a:ln>
                  <a:noFill/>
                </a:ln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».</a:t>
            </a:r>
            <a:endParaRPr lang="en" sz="1000" b="0" kern="1200" dirty="0">
              <a:ln>
                <a:noFill/>
              </a:ln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CA6C224-8972-69A8-D464-9451F5A306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1793" y="6028435"/>
            <a:ext cx="210796" cy="18371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D007BEE-5018-D950-95B6-9748F02ECD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5439" y="1297004"/>
            <a:ext cx="2741315" cy="487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04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93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9AAE3101-9A5E-E5F6-29D9-82E22A82E807}"/>
              </a:ext>
            </a:extLst>
          </p:cNvPr>
          <p:cNvGrpSpPr/>
          <p:nvPr userDrawn="1"/>
        </p:nvGrpSpPr>
        <p:grpSpPr>
          <a:xfrm>
            <a:off x="874713" y="4646255"/>
            <a:ext cx="3459777" cy="431800"/>
            <a:chOff x="874713" y="4542971"/>
            <a:chExt cx="3459777" cy="431800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744D6079-4EC1-DE5B-81C1-481A2214DE2E}"/>
                </a:ext>
              </a:extLst>
            </p:cNvPr>
            <p:cNvSpPr/>
            <p:nvPr/>
          </p:nvSpPr>
          <p:spPr>
            <a:xfrm>
              <a:off x="874713" y="4542971"/>
              <a:ext cx="1728787" cy="431800"/>
            </a:xfrm>
            <a:prstGeom prst="rect">
              <a:avLst/>
            </a:prstGeom>
            <a:solidFill>
              <a:srgbClr val="0AB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01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A4D9855B-78C7-C5F2-5179-04DFE76805BD}"/>
                </a:ext>
              </a:extLst>
            </p:cNvPr>
            <p:cNvSpPr/>
            <p:nvPr/>
          </p:nvSpPr>
          <p:spPr>
            <a:xfrm>
              <a:off x="3036032" y="4542971"/>
              <a:ext cx="431068" cy="431800"/>
            </a:xfrm>
            <a:prstGeom prst="rect">
              <a:avLst/>
            </a:prstGeom>
            <a:solidFill>
              <a:srgbClr val="8EE0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02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0042D315-90C6-D80C-CFE6-DCE9C49D3713}"/>
                </a:ext>
              </a:extLst>
            </p:cNvPr>
            <p:cNvSpPr/>
            <p:nvPr/>
          </p:nvSpPr>
          <p:spPr>
            <a:xfrm>
              <a:off x="3903422" y="4542971"/>
              <a:ext cx="431068" cy="431800"/>
            </a:xfrm>
            <a:prstGeom prst="rect">
              <a:avLst/>
            </a:prstGeom>
            <a:solidFill>
              <a:srgbClr val="ECF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03</a:t>
              </a:r>
              <a:endParaRPr lang="ru-RU" sz="1200" spc="1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36" name="Объект 2">
            <a:extLst>
              <a:ext uri="{FF2B5EF4-FFF2-40B4-BE49-F238E27FC236}">
                <a16:creationId xmlns:a16="http://schemas.microsoft.com/office/drawing/2014/main" id="{A4D17CB1-9ACD-4997-2711-C123D4298470}"/>
              </a:ext>
            </a:extLst>
          </p:cNvPr>
          <p:cNvSpPr txBox="1">
            <a:spLocks/>
          </p:cNvSpPr>
          <p:nvPr userDrawn="1"/>
        </p:nvSpPr>
        <p:spPr>
          <a:xfrm>
            <a:off x="768837" y="4149778"/>
            <a:ext cx="4031764" cy="393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200" baseline="0">
                <a:solidFill>
                  <a:schemeClr val="tx1"/>
                </a:solidFill>
                <a:latin typeface="RussianRail G Pro Medium" panose="0200050304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ОФИСНЫЕ РАБОТНИКИ</a:t>
            </a: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9C3ECFC4-01A4-DAA1-A1ED-20438E3A29DE}"/>
              </a:ext>
            </a:extLst>
          </p:cNvPr>
          <p:cNvGrpSpPr/>
          <p:nvPr userDrawn="1"/>
        </p:nvGrpSpPr>
        <p:grpSpPr>
          <a:xfrm>
            <a:off x="874713" y="1875508"/>
            <a:ext cx="3459777" cy="431800"/>
            <a:chOff x="874713" y="4542971"/>
            <a:chExt cx="3459777" cy="431800"/>
          </a:xfrm>
        </p:grpSpPr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F358D995-6E9B-CAEA-6CB8-6D6DD7EBE620}"/>
                </a:ext>
              </a:extLst>
            </p:cNvPr>
            <p:cNvSpPr/>
            <p:nvPr/>
          </p:nvSpPr>
          <p:spPr>
            <a:xfrm>
              <a:off x="874713" y="4542971"/>
              <a:ext cx="1728787" cy="431800"/>
            </a:xfrm>
            <a:prstGeom prst="rect">
              <a:avLst/>
            </a:prstGeom>
            <a:solidFill>
              <a:srgbClr val="FF87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01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564014E5-5795-1EF4-4A79-926B6CCF1DDA}"/>
                </a:ext>
              </a:extLst>
            </p:cNvPr>
            <p:cNvSpPr/>
            <p:nvPr/>
          </p:nvSpPr>
          <p:spPr>
            <a:xfrm>
              <a:off x="3036032" y="4542971"/>
              <a:ext cx="431068" cy="431800"/>
            </a:xfrm>
            <a:prstGeom prst="rect">
              <a:avLst/>
            </a:prstGeom>
            <a:solidFill>
              <a:srgbClr val="E59B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02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47335925-E826-E7F5-5292-5BC87F5DB16B}"/>
                </a:ext>
              </a:extLst>
            </p:cNvPr>
            <p:cNvSpPr/>
            <p:nvPr/>
          </p:nvSpPr>
          <p:spPr>
            <a:xfrm>
              <a:off x="3903422" y="4542971"/>
              <a:ext cx="431068" cy="431800"/>
            </a:xfrm>
            <a:prstGeom prst="rect">
              <a:avLst/>
            </a:prstGeom>
            <a:solidFill>
              <a:srgbClr val="FFD9B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03</a:t>
              </a:r>
              <a:endParaRPr lang="ru-RU" sz="1200" spc="1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42" name="Объект 2">
            <a:extLst>
              <a:ext uri="{FF2B5EF4-FFF2-40B4-BE49-F238E27FC236}">
                <a16:creationId xmlns:a16="http://schemas.microsoft.com/office/drawing/2014/main" id="{2A239AAF-780C-2540-1433-47A4B3798950}"/>
              </a:ext>
            </a:extLst>
          </p:cNvPr>
          <p:cNvSpPr txBox="1">
            <a:spLocks/>
          </p:cNvSpPr>
          <p:nvPr userDrawn="1"/>
        </p:nvSpPr>
        <p:spPr>
          <a:xfrm>
            <a:off x="768837" y="1379031"/>
            <a:ext cx="4031764" cy="393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200" baseline="0">
                <a:solidFill>
                  <a:schemeClr val="tx1"/>
                </a:solidFill>
                <a:latin typeface="RussianRail G Pro Medium" panose="0200050304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РАБОЧИЕ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79CB7E4D-4A3F-A5FE-8FE3-B96EB91FFE5B}"/>
              </a:ext>
            </a:extLst>
          </p:cNvPr>
          <p:cNvGrpSpPr/>
          <p:nvPr userDrawn="1"/>
        </p:nvGrpSpPr>
        <p:grpSpPr>
          <a:xfrm>
            <a:off x="5339009" y="4646255"/>
            <a:ext cx="3459777" cy="431800"/>
            <a:chOff x="874713" y="4542971"/>
            <a:chExt cx="3459777" cy="431800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35F92FA-4EBF-D2E8-C09F-081293E90934}"/>
                </a:ext>
              </a:extLst>
            </p:cNvPr>
            <p:cNvSpPr/>
            <p:nvPr/>
          </p:nvSpPr>
          <p:spPr>
            <a:xfrm>
              <a:off x="874713" y="4542971"/>
              <a:ext cx="1728787" cy="431800"/>
            </a:xfrm>
            <a:prstGeom prst="rect">
              <a:avLst/>
            </a:prstGeom>
            <a:solidFill>
              <a:srgbClr val="4B66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01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3DB939B9-C55E-23DF-D45C-8CFC14AF183D}"/>
                </a:ext>
              </a:extLst>
            </p:cNvPr>
            <p:cNvSpPr/>
            <p:nvPr/>
          </p:nvSpPr>
          <p:spPr>
            <a:xfrm>
              <a:off x="3036032" y="4542971"/>
              <a:ext cx="431068" cy="431800"/>
            </a:xfrm>
            <a:prstGeom prst="rect">
              <a:avLst/>
            </a:prstGeom>
            <a:solidFill>
              <a:srgbClr val="8A9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02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F18F18C6-8A74-CE88-8D5B-561CD6E7041C}"/>
                </a:ext>
              </a:extLst>
            </p:cNvPr>
            <p:cNvSpPr/>
            <p:nvPr/>
          </p:nvSpPr>
          <p:spPr>
            <a:xfrm>
              <a:off x="3903422" y="4542971"/>
              <a:ext cx="431068" cy="431800"/>
            </a:xfrm>
            <a:prstGeom prst="rect">
              <a:avLst/>
            </a:prstGeom>
            <a:solidFill>
              <a:srgbClr val="C7CA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03</a:t>
              </a:r>
              <a:endParaRPr lang="ru-RU" sz="1200" spc="1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48" name="Объект 2">
            <a:extLst>
              <a:ext uri="{FF2B5EF4-FFF2-40B4-BE49-F238E27FC236}">
                <a16:creationId xmlns:a16="http://schemas.microsoft.com/office/drawing/2014/main" id="{6FE28D85-55BE-F4D6-3001-F9F5E02C33DC}"/>
              </a:ext>
            </a:extLst>
          </p:cNvPr>
          <p:cNvSpPr txBox="1">
            <a:spLocks/>
          </p:cNvSpPr>
          <p:nvPr userDrawn="1"/>
        </p:nvSpPr>
        <p:spPr>
          <a:xfrm>
            <a:off x="5233133" y="4149778"/>
            <a:ext cx="4031764" cy="393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200" baseline="0">
                <a:solidFill>
                  <a:schemeClr val="tx1"/>
                </a:solidFill>
                <a:latin typeface="RussianRail G Pro Medium" panose="0200050304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СТУДЕНТЫ И МОЛОДЕЖЬ</a:t>
            </a:r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2457BB18-E195-6E19-90DD-3904DB737853}"/>
              </a:ext>
            </a:extLst>
          </p:cNvPr>
          <p:cNvGrpSpPr/>
          <p:nvPr userDrawn="1"/>
        </p:nvGrpSpPr>
        <p:grpSpPr>
          <a:xfrm>
            <a:off x="5339009" y="1875508"/>
            <a:ext cx="3459777" cy="431800"/>
            <a:chOff x="874713" y="4542971"/>
            <a:chExt cx="3459777" cy="431800"/>
          </a:xfrm>
        </p:grpSpPr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A44F2D54-BF56-79BF-6C42-8223A93E6F2C}"/>
                </a:ext>
              </a:extLst>
            </p:cNvPr>
            <p:cNvSpPr/>
            <p:nvPr/>
          </p:nvSpPr>
          <p:spPr>
            <a:xfrm>
              <a:off x="874713" y="4542971"/>
              <a:ext cx="1728787" cy="43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01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A9254CAC-6A06-4D7F-C725-D5765D2BE508}"/>
                </a:ext>
              </a:extLst>
            </p:cNvPr>
            <p:cNvSpPr/>
            <p:nvPr/>
          </p:nvSpPr>
          <p:spPr>
            <a:xfrm>
              <a:off x="3036032" y="4542971"/>
              <a:ext cx="431068" cy="431800"/>
            </a:xfrm>
            <a:prstGeom prst="rect">
              <a:avLst/>
            </a:prstGeom>
            <a:solidFill>
              <a:srgbClr val="6421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02</a:t>
              </a:r>
              <a:endParaRPr lang="ru-RU" sz="1200" spc="1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AFAAD768-16CF-7D68-9FB6-4E4A10D3F4DD}"/>
                </a:ext>
              </a:extLst>
            </p:cNvPr>
            <p:cNvSpPr/>
            <p:nvPr/>
          </p:nvSpPr>
          <p:spPr>
            <a:xfrm>
              <a:off x="3903422" y="4542971"/>
              <a:ext cx="431068" cy="431800"/>
            </a:xfrm>
            <a:prstGeom prst="rect">
              <a:avLst/>
            </a:prstGeom>
            <a:solidFill>
              <a:srgbClr val="FFD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pc="15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03</a:t>
              </a:r>
              <a:endParaRPr lang="ru-RU" sz="1200" spc="1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54" name="Объект 2">
            <a:extLst>
              <a:ext uri="{FF2B5EF4-FFF2-40B4-BE49-F238E27FC236}">
                <a16:creationId xmlns:a16="http://schemas.microsoft.com/office/drawing/2014/main" id="{6B8B0E58-3A01-4429-B477-C2B68DE7A535}"/>
              </a:ext>
            </a:extLst>
          </p:cNvPr>
          <p:cNvSpPr txBox="1">
            <a:spLocks/>
          </p:cNvSpPr>
          <p:nvPr userDrawn="1"/>
        </p:nvSpPr>
        <p:spPr>
          <a:xfrm>
            <a:off x="5233133" y="1379031"/>
            <a:ext cx="4031764" cy="393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200" baseline="0">
                <a:solidFill>
                  <a:schemeClr val="tx1"/>
                </a:solidFill>
                <a:latin typeface="RussianRail G Pro Medium" panose="0200050304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FSRAILWAY Book" panose="020B05030405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ИТ-СПЕЦИАЛИСТЫ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3A841A-DB23-A362-B496-85DDD1C1D359}"/>
              </a:ext>
            </a:extLst>
          </p:cNvPr>
          <p:cNvSpPr txBox="1"/>
          <p:nvPr userDrawn="1"/>
        </p:nvSpPr>
        <p:spPr>
          <a:xfrm>
            <a:off x="768837" y="312103"/>
            <a:ext cx="6673622" cy="730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ЦВЕТОВАЯ ПАЛИТРА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0A705C-E75E-0065-34EC-490AA0B7B4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87492" y="2521197"/>
            <a:ext cx="1814971" cy="10807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229C46-814E-97F0-A489-CE75F6959412}"/>
              </a:ext>
            </a:extLst>
          </p:cNvPr>
          <p:cNvSpPr txBox="1"/>
          <p:nvPr userDrawn="1"/>
        </p:nvSpPr>
        <p:spPr>
          <a:xfrm>
            <a:off x="9601201" y="1379031"/>
            <a:ext cx="225334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1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Официальные цвета бренда работодателя отмечены цифрой 01. Они доступны</a:t>
            </a:r>
            <a:br>
              <a:rPr lang="ru-RU" sz="11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1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палитре цвета во вкладке «</a:t>
            </a:r>
            <a:r>
              <a:rPr lang="ru-RU" sz="11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Главная</a:t>
            </a:r>
            <a:r>
              <a:rPr lang="ru-RU" sz="11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BF8C3-193F-8F1E-26A3-DF9E60812102}"/>
              </a:ext>
            </a:extLst>
          </p:cNvPr>
          <p:cNvSpPr txBox="1"/>
          <p:nvPr userDrawn="1"/>
        </p:nvSpPr>
        <p:spPr>
          <a:xfrm>
            <a:off x="9601201" y="3661826"/>
            <a:ext cx="23341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Цвета 02 и 03 являются вспомогательным</a:t>
            </a:r>
            <a:b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инфографики, графиков</a:t>
            </a:r>
            <a:b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диаграмм и используются исключительно в презентациях.</a:t>
            </a:r>
          </a:p>
        </p:txBody>
      </p:sp>
      <p:graphicFrame>
        <p:nvGraphicFramePr>
          <p:cNvPr id="8" name="Таблица 157">
            <a:extLst>
              <a:ext uri="{FF2B5EF4-FFF2-40B4-BE49-F238E27FC236}">
                <a16:creationId xmlns:a16="http://schemas.microsoft.com/office/drawing/2014/main" id="{EEF23A5B-0DEC-30EE-BB4A-D202ED0A619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9188400"/>
              </p:ext>
            </p:extLst>
          </p:nvPr>
        </p:nvGraphicFramePr>
        <p:xfrm>
          <a:off x="877191" y="5181339"/>
          <a:ext cx="3923410" cy="1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401">
                  <a:extLst>
                    <a:ext uri="{9D8B030D-6E8A-4147-A177-3AD203B41FA5}">
                      <a16:colId xmlns:a16="http://schemas.microsoft.com/office/drawing/2014/main" val="346563612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41473482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819683864"/>
                    </a:ext>
                  </a:extLst>
                </a:gridCol>
                <a:gridCol w="896113">
                  <a:extLst>
                    <a:ext uri="{9D8B030D-6E8A-4147-A177-3AD203B41FA5}">
                      <a16:colId xmlns:a16="http://schemas.microsoft.com/office/drawing/2014/main" val="1640652834"/>
                    </a:ext>
                  </a:extLst>
                </a:gridCol>
              </a:tblGrid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#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0AB773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8EE047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ECF0D3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0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2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392358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142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236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360863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183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224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360435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  <a:endParaRPr lang="ru-RU" sz="1100" b="1" spc="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115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71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211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607546"/>
                  </a:ext>
                </a:extLst>
              </a:tr>
            </a:tbl>
          </a:graphicData>
        </a:graphic>
      </p:graphicFrame>
      <p:graphicFrame>
        <p:nvGraphicFramePr>
          <p:cNvPr id="9" name="Таблица 157">
            <a:extLst>
              <a:ext uri="{FF2B5EF4-FFF2-40B4-BE49-F238E27FC236}">
                <a16:creationId xmlns:a16="http://schemas.microsoft.com/office/drawing/2014/main" id="{9FFC08B4-1CCE-82B4-1E69-2CEF9ACB8F1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89609495"/>
              </p:ext>
            </p:extLst>
          </p:nvPr>
        </p:nvGraphicFramePr>
        <p:xfrm>
          <a:off x="877191" y="2410592"/>
          <a:ext cx="3923410" cy="1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401">
                  <a:extLst>
                    <a:ext uri="{9D8B030D-6E8A-4147-A177-3AD203B41FA5}">
                      <a16:colId xmlns:a16="http://schemas.microsoft.com/office/drawing/2014/main" val="346563612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41473482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819683864"/>
                    </a:ext>
                  </a:extLst>
                </a:gridCol>
                <a:gridCol w="896113">
                  <a:extLst>
                    <a:ext uri="{9D8B030D-6E8A-4147-A177-3AD203B41FA5}">
                      <a16:colId xmlns:a16="http://schemas.microsoft.com/office/drawing/2014/main" val="1640652834"/>
                    </a:ext>
                  </a:extLst>
                </a:gridCol>
              </a:tblGrid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#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FF8710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E59B5E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FFD9B7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0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2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392358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229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360863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135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155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217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360435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  <a:endParaRPr lang="ru-RU" sz="1100" b="1" spc="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16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94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183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607546"/>
                  </a:ext>
                </a:extLst>
              </a:tr>
            </a:tbl>
          </a:graphicData>
        </a:graphic>
      </p:graphicFrame>
      <p:graphicFrame>
        <p:nvGraphicFramePr>
          <p:cNvPr id="10" name="Таблица 157">
            <a:extLst>
              <a:ext uri="{FF2B5EF4-FFF2-40B4-BE49-F238E27FC236}">
                <a16:creationId xmlns:a16="http://schemas.microsoft.com/office/drawing/2014/main" id="{36AF0B96-ECDD-71F0-AA5B-8BE7B60B999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39101398"/>
              </p:ext>
            </p:extLst>
          </p:nvPr>
        </p:nvGraphicFramePr>
        <p:xfrm>
          <a:off x="5350885" y="5181339"/>
          <a:ext cx="3923410" cy="1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401">
                  <a:extLst>
                    <a:ext uri="{9D8B030D-6E8A-4147-A177-3AD203B41FA5}">
                      <a16:colId xmlns:a16="http://schemas.microsoft.com/office/drawing/2014/main" val="346563612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41473482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819683864"/>
                    </a:ext>
                  </a:extLst>
                </a:gridCol>
                <a:gridCol w="896113">
                  <a:extLst>
                    <a:ext uri="{9D8B030D-6E8A-4147-A177-3AD203B41FA5}">
                      <a16:colId xmlns:a16="http://schemas.microsoft.com/office/drawing/2014/main" val="1640652834"/>
                    </a:ext>
                  </a:extLst>
                </a:gridCol>
              </a:tblGrid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#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4B66CA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8A91A5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C7CAD3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0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2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392358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138</a:t>
                      </a: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199</a:t>
                      </a: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360863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102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145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202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360435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  <a:endParaRPr lang="ru-RU" sz="1100" b="1" spc="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202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165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211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607546"/>
                  </a:ext>
                </a:extLst>
              </a:tr>
            </a:tbl>
          </a:graphicData>
        </a:graphic>
      </p:graphicFrame>
      <p:graphicFrame>
        <p:nvGraphicFramePr>
          <p:cNvPr id="11" name="Таблица 157">
            <a:extLst>
              <a:ext uri="{FF2B5EF4-FFF2-40B4-BE49-F238E27FC236}">
                <a16:creationId xmlns:a16="http://schemas.microsoft.com/office/drawing/2014/main" id="{66464E63-DB6A-DC6B-EA3A-029C93646F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75159765"/>
              </p:ext>
            </p:extLst>
          </p:nvPr>
        </p:nvGraphicFramePr>
        <p:xfrm>
          <a:off x="5350885" y="2410592"/>
          <a:ext cx="3923410" cy="130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401">
                  <a:extLst>
                    <a:ext uri="{9D8B030D-6E8A-4147-A177-3AD203B41FA5}">
                      <a16:colId xmlns:a16="http://schemas.microsoft.com/office/drawing/2014/main" val="346563612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141473482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819683864"/>
                    </a:ext>
                  </a:extLst>
                </a:gridCol>
                <a:gridCol w="896113">
                  <a:extLst>
                    <a:ext uri="{9D8B030D-6E8A-4147-A177-3AD203B41FA5}">
                      <a16:colId xmlns:a16="http://schemas.microsoft.com/office/drawing/2014/main" val="1640652834"/>
                    </a:ext>
                  </a:extLst>
                </a:gridCol>
              </a:tblGrid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#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9B3DC3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6421CD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FFD7FF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0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ru-RU" sz="2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392358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endParaRPr lang="ru-RU" sz="11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155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100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360863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61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33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215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360435"/>
                  </a:ext>
                </a:extLst>
              </a:tr>
              <a:tr h="229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  <a:endParaRPr lang="ru-RU" sz="1100" b="1" spc="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195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205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  <a:endParaRPr lang="ru-RU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607546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34271A7-8A5F-D8F5-3ECF-F5B527FCE92A}"/>
              </a:ext>
            </a:extLst>
          </p:cNvPr>
          <p:cNvCxnSpPr>
            <a:cxnSpLocks/>
          </p:cNvCxnSpPr>
          <p:nvPr userDrawn="1"/>
        </p:nvCxnSpPr>
        <p:spPr>
          <a:xfrm>
            <a:off x="9687492" y="4680177"/>
            <a:ext cx="2065342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A3F71B4-FCC1-CF42-03DB-23CFACB1EE1C}"/>
              </a:ext>
            </a:extLst>
          </p:cNvPr>
          <p:cNvSpPr txBox="1"/>
          <p:nvPr userDrawn="1"/>
        </p:nvSpPr>
        <p:spPr>
          <a:xfrm>
            <a:off x="9601201" y="4836755"/>
            <a:ext cx="233412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i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RGB</a:t>
            </a:r>
            <a:endParaRPr lang="ru-RU" sz="1200" b="1" i="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Кодировки </a:t>
            </a: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(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красный</a:t>
            </a: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</a:t>
            </a:r>
            <a:b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(зеленый) и </a:t>
            </a: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(синий) указываются в «</a:t>
            </a:r>
            <a:r>
              <a:rPr lang="ru-RU" sz="9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Цвет шрифта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9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→</a:t>
            </a:r>
            <a:br>
              <a:rPr lang="en-US" sz="900" b="0" i="0" kern="1200" dirty="0">
                <a:solidFill>
                  <a:srgbClr val="3C3C3B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«</a:t>
            </a:r>
            <a:r>
              <a:rPr lang="ru-RU" sz="9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Другие цвета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9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→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«</a:t>
            </a:r>
            <a:r>
              <a:rPr lang="ru-RU" sz="9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».</a:t>
            </a:r>
          </a:p>
          <a:p>
            <a:pPr>
              <a:spcAft>
                <a:spcPts val="600"/>
              </a:spcAft>
            </a:pP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версии </a:t>
            </a: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PowerPoint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2019 года</a:t>
            </a:r>
            <a:b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выше также есть возможность указать шестнадцатеричный код через знак «</a:t>
            </a:r>
            <a:r>
              <a:rPr lang="en-US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#</a:t>
            </a:r>
            <a:r>
              <a:rPr lang="ru-RU" sz="9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1655531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к создать QR-ко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E035B-F71E-D87A-A15D-BFB2F420D316}"/>
              </a:ext>
            </a:extLst>
          </p:cNvPr>
          <p:cNvSpPr txBox="1"/>
          <p:nvPr userDrawn="1"/>
        </p:nvSpPr>
        <p:spPr>
          <a:xfrm>
            <a:off x="768836" y="312103"/>
            <a:ext cx="9683263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КАК СОЗДАТЬ </a:t>
            </a:r>
            <a:r>
              <a:rPr lang="en-US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QR</a:t>
            </a:r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-КОД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3508B5-5D2E-0DA0-25FC-E9291BFC4A0D}"/>
              </a:ext>
            </a:extLst>
          </p:cNvPr>
          <p:cNvSpPr txBox="1"/>
          <p:nvPr userDrawn="1"/>
        </p:nvSpPr>
        <p:spPr>
          <a:xfrm>
            <a:off x="6007295" y="2786832"/>
            <a:ext cx="28554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во вкладке «</a:t>
            </a:r>
            <a:r>
              <a:rPr lang="ru-RU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Дизайн</a:t>
            </a: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 выберите узор, границу маркера и центр маркера как показано справа: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D4EB92E-20AF-4EFD-605F-B30613CEA6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4792" y="2806071"/>
            <a:ext cx="2152496" cy="216482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FDFC484-C351-3DEE-4F03-A8A1177BA5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4792" y="5436966"/>
            <a:ext cx="2152496" cy="108656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68E23E6-D9C6-D8C8-98F6-11952DAC133C}"/>
              </a:ext>
            </a:extLst>
          </p:cNvPr>
          <p:cNvSpPr txBox="1"/>
          <p:nvPr userDrawn="1"/>
        </p:nvSpPr>
        <p:spPr>
          <a:xfrm>
            <a:off x="769527" y="1373884"/>
            <a:ext cx="2855499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НАЗВАНИЕ СТРАНИЦЫ</a:t>
            </a:r>
            <a:endParaRPr lang="en-US" sz="1400" b="1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шрифт</a:t>
            </a:r>
            <a:r>
              <a:rPr lang="en-US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цвет:</a:t>
            </a:r>
            <a:b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Verdana; R 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размер шрифта:</a:t>
            </a:r>
            <a:b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 1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ru-RU" sz="1200" b="1" spc="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регистр текста:</a:t>
            </a:r>
            <a:b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Как в предложениях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межзнаковый интервал: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b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0,5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ru-RU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интервал после абзаца: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b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ru-RU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4D138D-28F6-3E86-073D-307C3E0B3013}"/>
              </a:ext>
            </a:extLst>
          </p:cNvPr>
          <p:cNvSpPr txBox="1"/>
          <p:nvPr userDrawn="1"/>
        </p:nvSpPr>
        <p:spPr>
          <a:xfrm>
            <a:off x="6007295" y="1392738"/>
            <a:ext cx="290151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зайдите на 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сайт </a:t>
            </a:r>
            <a:r>
              <a:rPr lang="en" sz="1200" b="0" kern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qr-online.ru</a:t>
            </a:r>
            <a:br>
              <a:rPr lang="ru-RU" sz="1200" b="1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введите свою ссылку: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F24B915-AAB4-F2A6-5AE4-78A52F6881D1}"/>
              </a:ext>
            </a:extLst>
          </p:cNvPr>
          <p:cNvSpPr txBox="1"/>
          <p:nvPr userDrawn="1"/>
        </p:nvSpPr>
        <p:spPr>
          <a:xfrm>
            <a:off x="769526" y="4359748"/>
            <a:ext cx="379264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АДРЕС САЙТА</a:t>
            </a:r>
            <a:endParaRPr lang="ru-RU" sz="1400" b="1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шрифт</a:t>
            </a:r>
            <a:r>
              <a:rPr lang="en-US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;</a:t>
            </a: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цвет:</a:t>
            </a:r>
            <a:b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Verdana;</a:t>
            </a:r>
            <a:r>
              <a:rPr lang="en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255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</a:t>
            </a:r>
            <a:endParaRPr lang="ru-RU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размер шрифта:</a:t>
            </a:r>
            <a:b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до 1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ru-RU" sz="1200" b="1" spc="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регистр текста:</a:t>
            </a:r>
            <a:b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ВСЕ ПРОПИСНЫЕ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межзнаковый интервал:</a:t>
            </a:r>
            <a:b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,5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en-US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89" name="Прямая соединительная линия 88">
            <a:extLst>
              <a:ext uri="{FF2B5EF4-FFF2-40B4-BE49-F238E27FC236}">
                <a16:creationId xmlns:a16="http://schemas.microsoft.com/office/drawing/2014/main" id="{3E58E983-AC89-DE41-3334-19B8760DBE9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573035"/>
            <a:ext cx="5221288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>
            <a:extLst>
              <a:ext uri="{FF2B5EF4-FFF2-40B4-BE49-F238E27FC236}">
                <a16:creationId xmlns:a16="http://schemas.microsoft.com/office/drawing/2014/main" id="{84D6DBF5-1027-578E-A6FB-6530062DFE1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5203930"/>
            <a:ext cx="5221288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F08EF72-79C1-33CB-4035-A0928478DAC5}"/>
              </a:ext>
            </a:extLst>
          </p:cNvPr>
          <p:cNvSpPr txBox="1"/>
          <p:nvPr userDrawn="1"/>
        </p:nvSpPr>
        <p:spPr>
          <a:xfrm>
            <a:off x="6007295" y="5436966"/>
            <a:ext cx="27596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нажмите на «</a:t>
            </a:r>
            <a:r>
              <a:rPr lang="ru-RU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Сохранить</a:t>
            </a: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»,</a:t>
            </a:r>
            <a:b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после чего выберите необходимый формат для скачивания. Например, </a:t>
            </a:r>
            <a:r>
              <a:rPr lang="en-US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PNG</a:t>
            </a: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</p:txBody>
      </p:sp>
      <p:grpSp>
        <p:nvGrpSpPr>
          <p:cNvPr id="119" name="Группа 118">
            <a:extLst>
              <a:ext uri="{FF2B5EF4-FFF2-40B4-BE49-F238E27FC236}">
                <a16:creationId xmlns:a16="http://schemas.microsoft.com/office/drawing/2014/main" id="{2CB3207A-D3F4-E2EB-0004-8BD163E32C6B}"/>
              </a:ext>
            </a:extLst>
          </p:cNvPr>
          <p:cNvGrpSpPr/>
          <p:nvPr userDrawn="1"/>
        </p:nvGrpSpPr>
        <p:grpSpPr>
          <a:xfrm>
            <a:off x="2428568" y="1540411"/>
            <a:ext cx="1096873" cy="1235359"/>
            <a:chOff x="2428568" y="1540411"/>
            <a:chExt cx="1096873" cy="1235359"/>
          </a:xfrm>
        </p:grpSpPr>
        <p:sp>
          <p:nvSpPr>
            <p:cNvPr id="36" name="Закрывающая квадратная скобка 35">
              <a:extLst>
                <a:ext uri="{FF2B5EF4-FFF2-40B4-BE49-F238E27FC236}">
                  <a16:creationId xmlns:a16="http://schemas.microsoft.com/office/drawing/2014/main" id="{FC2B38C2-7761-A74F-CF57-92C1D2F05EC5}"/>
                </a:ext>
              </a:extLst>
            </p:cNvPr>
            <p:cNvSpPr/>
            <p:nvPr userDrawn="1"/>
          </p:nvSpPr>
          <p:spPr>
            <a:xfrm flipH="1">
              <a:off x="3479722" y="2441980"/>
              <a:ext cx="45719" cy="333790"/>
            </a:xfrm>
            <a:prstGeom prst="righ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109" name="Группа 108">
              <a:extLst>
                <a:ext uri="{FF2B5EF4-FFF2-40B4-BE49-F238E27FC236}">
                  <a16:creationId xmlns:a16="http://schemas.microsoft.com/office/drawing/2014/main" id="{CE9B67FC-5ECD-FC58-EC42-A6EC32362A81}"/>
                </a:ext>
              </a:extLst>
            </p:cNvPr>
            <p:cNvGrpSpPr/>
            <p:nvPr userDrawn="1"/>
          </p:nvGrpSpPr>
          <p:grpSpPr>
            <a:xfrm>
              <a:off x="2428568" y="1540411"/>
              <a:ext cx="1051154" cy="1068467"/>
              <a:chOff x="2428568" y="1607574"/>
              <a:chExt cx="1051154" cy="1001301"/>
            </a:xfrm>
          </p:grpSpPr>
          <p:cxnSp>
            <p:nvCxnSpPr>
              <p:cNvPr id="103" name="Прямая соединительная линия 102">
                <a:extLst>
                  <a:ext uri="{FF2B5EF4-FFF2-40B4-BE49-F238E27FC236}">
                    <a16:creationId xmlns:a16="http://schemas.microsoft.com/office/drawing/2014/main" id="{39480758-7DBA-9FDA-C664-B9948A8B2D7B}"/>
                  </a:ext>
                </a:extLst>
              </p:cNvPr>
              <p:cNvCxnSpPr>
                <a:cxnSpLocks/>
                <a:stCxn id="36" idx="2"/>
              </p:cNvCxnSpPr>
              <p:nvPr userDrawn="1"/>
            </p:nvCxnSpPr>
            <p:spPr>
              <a:xfrm flipH="1">
                <a:off x="3200400" y="2608875"/>
                <a:ext cx="27932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Прямая соединительная линия 105">
                <a:extLst>
                  <a:ext uri="{FF2B5EF4-FFF2-40B4-BE49-F238E27FC236}">
                    <a16:creationId xmlns:a16="http://schemas.microsoft.com/office/drawing/2014/main" id="{FBBB24CE-7778-B8F8-7712-F49207D2BB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3200400" y="1607574"/>
                <a:ext cx="0" cy="100130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Прямая соединительная линия 107">
                <a:extLst>
                  <a:ext uri="{FF2B5EF4-FFF2-40B4-BE49-F238E27FC236}">
                    <a16:creationId xmlns:a16="http://schemas.microsoft.com/office/drawing/2014/main" id="{D261FDC0-B6AA-5C17-BCA3-F3C57DA7B7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2428568" y="1607574"/>
                <a:ext cx="7718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0" name="Группа 119">
            <a:extLst>
              <a:ext uri="{FF2B5EF4-FFF2-40B4-BE49-F238E27FC236}">
                <a16:creationId xmlns:a16="http://schemas.microsoft.com/office/drawing/2014/main" id="{503CF35D-B535-78E5-2176-E8E510396278}"/>
              </a:ext>
            </a:extLst>
          </p:cNvPr>
          <p:cNvGrpSpPr/>
          <p:nvPr userDrawn="1"/>
        </p:nvGrpSpPr>
        <p:grpSpPr>
          <a:xfrm>
            <a:off x="2841523" y="2820553"/>
            <a:ext cx="683918" cy="1700280"/>
            <a:chOff x="2841523" y="2820553"/>
            <a:chExt cx="683918" cy="1700280"/>
          </a:xfrm>
        </p:grpSpPr>
        <p:sp>
          <p:nvSpPr>
            <p:cNvPr id="37" name="Закрывающая квадратная скобка 36">
              <a:extLst>
                <a:ext uri="{FF2B5EF4-FFF2-40B4-BE49-F238E27FC236}">
                  <a16:creationId xmlns:a16="http://schemas.microsoft.com/office/drawing/2014/main" id="{96ABB7DD-9D83-A79E-E447-186129EF8CD2}"/>
                </a:ext>
              </a:extLst>
            </p:cNvPr>
            <p:cNvSpPr/>
            <p:nvPr userDrawn="1"/>
          </p:nvSpPr>
          <p:spPr>
            <a:xfrm flipH="1">
              <a:off x="3479722" y="2820553"/>
              <a:ext cx="45719" cy="248692"/>
            </a:xfrm>
            <a:prstGeom prst="rightBracket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grpSp>
          <p:nvGrpSpPr>
            <p:cNvPr id="111" name="Группа 110">
              <a:extLst>
                <a:ext uri="{FF2B5EF4-FFF2-40B4-BE49-F238E27FC236}">
                  <a16:creationId xmlns:a16="http://schemas.microsoft.com/office/drawing/2014/main" id="{43AD3A6C-03A2-AFB2-E3BE-5E07F04BCAC5}"/>
                </a:ext>
              </a:extLst>
            </p:cNvPr>
            <p:cNvGrpSpPr/>
            <p:nvPr userDrawn="1"/>
          </p:nvGrpSpPr>
          <p:grpSpPr>
            <a:xfrm flipV="1">
              <a:off x="2841523" y="2944618"/>
              <a:ext cx="638199" cy="1576215"/>
              <a:chOff x="2841523" y="1640114"/>
              <a:chExt cx="638199" cy="968761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F4E08F86-271D-270F-B47F-542C3522FCF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3200400" y="2608875"/>
                <a:ext cx="279322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Прямая соединительная линия 112">
                <a:extLst>
                  <a:ext uri="{FF2B5EF4-FFF2-40B4-BE49-F238E27FC236}">
                    <a16:creationId xmlns:a16="http://schemas.microsoft.com/office/drawing/2014/main" id="{84B92628-355B-0838-9E27-C2BA81243B86}"/>
                  </a:ext>
                </a:extLst>
              </p:cNvPr>
              <p:cNvCxnSpPr/>
              <p:nvPr userDrawn="1"/>
            </p:nvCxnSpPr>
            <p:spPr>
              <a:xfrm flipV="1">
                <a:off x="3200400" y="1640114"/>
                <a:ext cx="0" cy="9687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Прямая соединительная линия 113">
                <a:extLst>
                  <a:ext uri="{FF2B5EF4-FFF2-40B4-BE49-F238E27FC236}">
                    <a16:creationId xmlns:a16="http://schemas.microsoft.com/office/drawing/2014/main" id="{5ED62FD6-8888-3D25-C595-447099E722F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2841523" y="1640114"/>
                <a:ext cx="358877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8" name="Группа 117">
            <a:extLst>
              <a:ext uri="{FF2B5EF4-FFF2-40B4-BE49-F238E27FC236}">
                <a16:creationId xmlns:a16="http://schemas.microsoft.com/office/drawing/2014/main" id="{16B6B42E-9867-9924-3C47-7AE1E7587828}"/>
              </a:ext>
            </a:extLst>
          </p:cNvPr>
          <p:cNvGrpSpPr/>
          <p:nvPr userDrawn="1"/>
        </p:nvGrpSpPr>
        <p:grpSpPr>
          <a:xfrm>
            <a:off x="5187113" y="1415562"/>
            <a:ext cx="713502" cy="859603"/>
            <a:chOff x="5187113" y="1415562"/>
            <a:chExt cx="713502" cy="859603"/>
          </a:xfrm>
        </p:grpSpPr>
        <p:sp>
          <p:nvSpPr>
            <p:cNvPr id="33" name="Закрывающая квадратная скобка 32">
              <a:extLst>
                <a:ext uri="{FF2B5EF4-FFF2-40B4-BE49-F238E27FC236}">
                  <a16:creationId xmlns:a16="http://schemas.microsoft.com/office/drawing/2014/main" id="{4E1BCFDE-BCC6-F31D-FAA4-2659F75306B3}"/>
                </a:ext>
              </a:extLst>
            </p:cNvPr>
            <p:cNvSpPr/>
            <p:nvPr userDrawn="1"/>
          </p:nvSpPr>
          <p:spPr>
            <a:xfrm>
              <a:off x="5187113" y="1415562"/>
              <a:ext cx="45719" cy="859603"/>
            </a:xfrm>
            <a:prstGeom prst="righ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116" name="Прямая соединительная линия 115">
              <a:extLst>
                <a:ext uri="{FF2B5EF4-FFF2-40B4-BE49-F238E27FC236}">
                  <a16:creationId xmlns:a16="http://schemas.microsoft.com/office/drawing/2014/main" id="{7E085032-AF13-95FE-2687-BEBE1568293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232832" y="1575132"/>
              <a:ext cx="66778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E909EE9-BEAC-87F8-481D-3ECD470C72E8}"/>
              </a:ext>
            </a:extLst>
          </p:cNvPr>
          <p:cNvGrpSpPr/>
          <p:nvPr userDrawn="1"/>
        </p:nvGrpSpPr>
        <p:grpSpPr>
          <a:xfrm>
            <a:off x="3795929" y="1410038"/>
            <a:ext cx="1546031" cy="1704838"/>
            <a:chOff x="3795929" y="1410038"/>
            <a:chExt cx="1546031" cy="1704838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DBB6FC8C-5A6B-DAF2-2CE4-AD54D17E7F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92379" y="1410038"/>
              <a:ext cx="865187" cy="86512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7D0C3C-96DC-648A-2797-79BE97CF0585}"/>
                </a:ext>
              </a:extLst>
            </p:cNvPr>
            <p:cNvSpPr txBox="1"/>
            <p:nvPr userDrawn="1"/>
          </p:nvSpPr>
          <p:spPr>
            <a:xfrm>
              <a:off x="3795929" y="2391601"/>
              <a:ext cx="1546031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ru-RU" sz="1200" b="0" i="0" spc="50" baseline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Карьерный портал РЖД</a:t>
              </a:r>
              <a:endParaRPr lang="en-US" sz="1200" b="0" i="0" spc="50" baseline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>
                <a:spcAft>
                  <a:spcPts val="600"/>
                </a:spcAft>
              </a:pPr>
              <a:r>
                <a:rPr lang="en-US" sz="1200" b="0" i="0" spc="150" baseline="0" dirty="0">
                  <a:ln>
                    <a:noFill/>
                  </a:ln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TEAM</a:t>
              </a:r>
              <a:r>
                <a:rPr lang="en-US" sz="1200" b="0" i="0" spc="100" baseline="0" dirty="0">
                  <a:ln>
                    <a:noFill/>
                  </a:ln>
                  <a:solidFill>
                    <a:schemeClr val="accent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.RZD.RU</a:t>
              </a:r>
              <a:endParaRPr lang="ru-RU" sz="1200" b="0" i="0" spc="100" baseline="0" dirty="0">
                <a:ln>
                  <a:noFill/>
                </a:ln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ACB783-45BF-31E2-4080-73AB877368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4792" y="1485875"/>
            <a:ext cx="2152496" cy="82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57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93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к оформить таблиц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F1A065D-211F-2A47-C1D8-F66902483B4C}"/>
              </a:ext>
            </a:extLst>
          </p:cNvPr>
          <p:cNvSpPr txBox="1"/>
          <p:nvPr userDrawn="1"/>
        </p:nvSpPr>
        <p:spPr>
          <a:xfrm>
            <a:off x="-2508718" y="4045875"/>
            <a:ext cx="2394449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lang="ru-RU" sz="1200" b="1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ВЫДЕЛЕНИЕ</a:t>
            </a:r>
            <a:br>
              <a:rPr lang="en-US" sz="1200" b="1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1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ЯЧЕЕК</a:t>
            </a:r>
            <a:endParaRPr lang="ru-RU" sz="1200" b="1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indent="-206375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  <a:tabLst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цвета заливки:</a:t>
            </a:r>
            <a:endParaRPr lang="ru-RU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826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217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217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217</a:t>
            </a:r>
            <a:b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(нейтральный)</a:t>
            </a:r>
          </a:p>
          <a:p>
            <a:pPr marL="5826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146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163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223</a:t>
            </a:r>
            <a:b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(положительный)</a:t>
            </a:r>
            <a:endParaRPr lang="en-US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826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255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153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153</a:t>
            </a:r>
            <a:b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(отрицательный)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ECB75-E8CC-63FC-7991-C8FF8691F0F4}"/>
              </a:ext>
            </a:extLst>
          </p:cNvPr>
          <p:cNvSpPr txBox="1"/>
          <p:nvPr userDrawn="1"/>
        </p:nvSpPr>
        <p:spPr>
          <a:xfrm>
            <a:off x="768837" y="312103"/>
            <a:ext cx="5304657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КАК ОФОРМИТЬ</a:t>
            </a:r>
            <a:b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ТАБЛИЦУ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809625-CD69-E979-3EA6-3AEAD213EC77}"/>
              </a:ext>
            </a:extLst>
          </p:cNvPr>
          <p:cNvSpPr txBox="1"/>
          <p:nvPr userDrawn="1"/>
        </p:nvSpPr>
        <p:spPr>
          <a:xfrm>
            <a:off x="8437418" y="1945768"/>
            <a:ext cx="3315416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ШАПКА</a:t>
            </a:r>
            <a:br>
              <a:rPr lang="ru-RU" sz="1400" b="0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3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только нижняя граница с черным уголочком на левом конце:</a:t>
            </a:r>
          </a:p>
          <a:p>
            <a:pPr marL="206375" indent="-206375"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толщина линии: 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,5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en-US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цвет линии: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0 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(черный)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заливка ячеек: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нет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шрифт: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Verdana 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Полужирный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размер шрифта: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до 10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ru-RU" sz="1200" b="1" spc="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регистр текста: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ВСЕ ПРОПИСНЫЕ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межзнаковый интервал: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ru-RU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выровнять ячейки: 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 верхнему краю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ОФОРМЛЕНИЕ ЯЧЕЕК</a:t>
            </a:r>
            <a:br>
              <a:rPr lang="ru-RU" sz="1400" b="0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3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только внутренние горизонтальные границы между ячейками:</a:t>
            </a:r>
          </a:p>
          <a:p>
            <a:pPr marL="206375" indent="-206375"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толщина</a:t>
            </a:r>
            <a:r>
              <a:rPr lang="en-US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линии: 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</a:t>
            </a:r>
            <a:r>
              <a:rPr lang="ru-RU" sz="1200" b="0" kern="1200" dirty="0" err="1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пт</a:t>
            </a:r>
            <a:endParaRPr lang="en-US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indent="-206375"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цвет линии: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 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217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217 </a:t>
            </a:r>
            <a:r>
              <a:rPr lang="en-US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217</a:t>
            </a:r>
          </a:p>
          <a:p>
            <a:pPr marL="206375" indent="-206375"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заливка ячеек: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нет</a:t>
            </a:r>
            <a:endParaRPr lang="en-US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indent="-206375"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выровнять ячейки: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по центру</a:t>
            </a:r>
          </a:p>
          <a:p>
            <a:pPr marL="206375" marR="0" lvl="0" indent="-2063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выровнять текст: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по левому краю</a:t>
            </a:r>
            <a:endParaRPr lang="en-US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06375" indent="-206375"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tabLst/>
            </a:pPr>
            <a:r>
              <a:rPr lang="ru-RU" sz="1200" b="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поля: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справа, слева – 0 см</a:t>
            </a:r>
          </a:p>
          <a:p>
            <a:pPr marL="719138" indent="0">
              <a:spcBef>
                <a:spcPts val="0"/>
              </a:spcBef>
              <a:buClr>
                <a:schemeClr val="tx2"/>
              </a:buClr>
              <a:buFont typeface="Wingdings" pitchFamily="2" charset="2"/>
              <a:buNone/>
              <a:tabLst/>
            </a:pP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сверху, снизу – 0,15 см</a:t>
            </a: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A9E21C54-5E1E-B4EE-93F7-B19DEAB68A04}"/>
              </a:ext>
            </a:extLst>
          </p:cNvPr>
          <p:cNvCxnSpPr>
            <a:cxnSpLocks/>
            <a:stCxn id="42" idx="2"/>
          </p:cNvCxnSpPr>
          <p:nvPr userDrawn="1"/>
        </p:nvCxnSpPr>
        <p:spPr>
          <a:xfrm>
            <a:off x="8119330" y="2099452"/>
            <a:ext cx="27389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Закрывающая квадратная скобка 41">
            <a:extLst>
              <a:ext uri="{FF2B5EF4-FFF2-40B4-BE49-F238E27FC236}">
                <a16:creationId xmlns:a16="http://schemas.microsoft.com/office/drawing/2014/main" id="{7FACDFC5-0FCB-20D4-D44D-1DAFC1775D63}"/>
              </a:ext>
            </a:extLst>
          </p:cNvPr>
          <p:cNvSpPr/>
          <p:nvPr userDrawn="1"/>
        </p:nvSpPr>
        <p:spPr>
          <a:xfrm>
            <a:off x="8073611" y="1781175"/>
            <a:ext cx="45719" cy="636554"/>
          </a:xfrm>
          <a:prstGeom prst="rightBracket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Закрывающая квадратная скобка 45">
            <a:extLst>
              <a:ext uri="{FF2B5EF4-FFF2-40B4-BE49-F238E27FC236}">
                <a16:creationId xmlns:a16="http://schemas.microsoft.com/office/drawing/2014/main" id="{71FB7B1B-EADC-01A4-9425-9EA2E190DD5A}"/>
              </a:ext>
            </a:extLst>
          </p:cNvPr>
          <p:cNvSpPr/>
          <p:nvPr userDrawn="1"/>
        </p:nvSpPr>
        <p:spPr>
          <a:xfrm>
            <a:off x="8073611" y="2498871"/>
            <a:ext cx="45719" cy="3917802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207F11E7-68A9-1B4D-146E-5EB26BDDC955}"/>
              </a:ext>
            </a:extLst>
          </p:cNvPr>
          <p:cNvCxnSpPr>
            <a:cxnSpLocks/>
          </p:cNvCxnSpPr>
          <p:nvPr userDrawn="1"/>
        </p:nvCxnSpPr>
        <p:spPr>
          <a:xfrm>
            <a:off x="8119330" y="4457641"/>
            <a:ext cx="2738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C1D003D-8B0E-39EF-F080-E3A6C0EFA538}"/>
              </a:ext>
            </a:extLst>
          </p:cNvPr>
          <p:cNvGrpSpPr/>
          <p:nvPr userDrawn="1"/>
        </p:nvGrpSpPr>
        <p:grpSpPr>
          <a:xfrm>
            <a:off x="-854110" y="3952874"/>
            <a:ext cx="646618" cy="495300"/>
            <a:chOff x="-40194" y="3949699"/>
            <a:chExt cx="646618" cy="495300"/>
          </a:xfrm>
        </p:grpSpPr>
        <p:sp>
          <p:nvSpPr>
            <p:cNvPr id="3" name="Закрывающая квадратная скобка 2">
              <a:extLst>
                <a:ext uri="{FF2B5EF4-FFF2-40B4-BE49-F238E27FC236}">
                  <a16:creationId xmlns:a16="http://schemas.microsoft.com/office/drawing/2014/main" id="{61D5D909-39D6-03C7-9683-0753F4E3776E}"/>
                </a:ext>
              </a:extLst>
            </p:cNvPr>
            <p:cNvSpPr/>
            <p:nvPr/>
          </p:nvSpPr>
          <p:spPr>
            <a:xfrm rot="10800000">
              <a:off x="557001" y="3949699"/>
              <a:ext cx="49423" cy="495300"/>
            </a:xfrm>
            <a:prstGeom prst="righ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0728254-C824-8061-005E-11537969B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194" y="4197349"/>
              <a:ext cx="59719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9A3A949-1921-1C49-2628-4D261EED87B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201712027"/>
              </p:ext>
            </p:extLst>
          </p:nvPr>
        </p:nvGraphicFramePr>
        <p:xfrm>
          <a:off x="874714" y="2049814"/>
          <a:ext cx="6950074" cy="4453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5938">
                  <a:extLst>
                    <a:ext uri="{9D8B030D-6E8A-4147-A177-3AD203B41FA5}">
                      <a16:colId xmlns:a16="http://schemas.microsoft.com/office/drawing/2014/main" val="3517299086"/>
                    </a:ext>
                  </a:extLst>
                </a:gridCol>
                <a:gridCol w="1725105">
                  <a:extLst>
                    <a:ext uri="{9D8B030D-6E8A-4147-A177-3AD203B41FA5}">
                      <a16:colId xmlns:a16="http://schemas.microsoft.com/office/drawing/2014/main" val="1459380637"/>
                    </a:ext>
                  </a:extLst>
                </a:gridCol>
                <a:gridCol w="1762812">
                  <a:extLst>
                    <a:ext uri="{9D8B030D-6E8A-4147-A177-3AD203B41FA5}">
                      <a16:colId xmlns:a16="http://schemas.microsoft.com/office/drawing/2014/main" val="1114155938"/>
                    </a:ext>
                  </a:extLst>
                </a:gridCol>
                <a:gridCol w="1716219">
                  <a:extLst>
                    <a:ext uri="{9D8B030D-6E8A-4147-A177-3AD203B41FA5}">
                      <a16:colId xmlns:a16="http://schemas.microsoft.com/office/drawing/2014/main" val="3539664294"/>
                    </a:ext>
                  </a:extLst>
                </a:gridCol>
              </a:tblGrid>
              <a:tr h="456182">
                <a:tc>
                  <a:txBody>
                    <a:bodyPr/>
                    <a:lstStyle/>
                    <a:p>
                      <a:r>
                        <a:rPr lang="ru-RU" sz="10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ТЕЛЕГРАФНЫЙ КОД</a:t>
                      </a:r>
                    </a:p>
                  </a:txBody>
                  <a:tcPr marL="0" marR="0" marT="54000" marB="54000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ДОРОГА</a:t>
                      </a:r>
                    </a:p>
                  </a:txBody>
                  <a:tcPr marL="0" marR="0" marT="54000" marB="54000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УПРАВЛЕНИЕ</a:t>
                      </a:r>
                    </a:p>
                  </a:txBody>
                  <a:tcPr marL="0" marR="0" marT="54000" marB="54000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ДЛИНА В КМ</a:t>
                      </a:r>
                    </a:p>
                  </a:txBody>
                  <a:tcPr marL="0" marR="0" marT="54000" marB="54000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841039"/>
                  </a:ext>
                </a:extLst>
              </a:tr>
              <a:tr h="585800">
                <a:tc>
                  <a:txBody>
                    <a:bodyPr/>
                    <a:lstStyle/>
                    <a:p>
                      <a:r>
                        <a:rPr lang="ru-RU" sz="14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ОКТ</a:t>
                      </a:r>
                      <a:endParaRPr lang="ru-RU" sz="14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Октябрьская</a:t>
                      </a:r>
                      <a:b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железная дорога</a:t>
                      </a:r>
                    </a:p>
                  </a:txBody>
                  <a:tcPr marL="0" marR="0" marT="54000" marB="540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Санкт-Петербург</a:t>
                      </a:r>
                    </a:p>
                  </a:txBody>
                  <a:tcPr marL="0" marR="0" marT="54000" marB="540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10 378</a:t>
                      </a:r>
                      <a:endParaRPr lang="ru-RU" sz="1100" b="1" kern="1200" spc="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553894"/>
                  </a:ext>
                </a:extLst>
              </a:tr>
              <a:tr h="463810">
                <a:tc>
                  <a:txBody>
                    <a:bodyPr/>
                    <a:lstStyle/>
                    <a:p>
                      <a:r>
                        <a:rPr lang="ru-RU" sz="14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КЛНГ</a:t>
                      </a:r>
                      <a:endParaRPr lang="ru-RU" sz="14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Калининградская железная дорога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Калининград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960</a:t>
                      </a:r>
                      <a:endParaRPr lang="ru-RU" sz="1100" b="1" kern="1200" spc="2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246322"/>
                  </a:ext>
                </a:extLst>
              </a:tr>
              <a:tr h="485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МОСК</a:t>
                      </a:r>
                      <a:endParaRPr lang="en-US" sz="1400" b="1" spc="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Московская</a:t>
                      </a:r>
                      <a:b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железная дорога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Москва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8 984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944881"/>
                  </a:ext>
                </a:extLst>
              </a:tr>
              <a:tr h="485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ГОРЬК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Горьковская</a:t>
                      </a:r>
                      <a:b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железная дорога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Нижний Новгород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12 066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826101"/>
                  </a:ext>
                </a:extLst>
              </a:tr>
              <a:tr h="485624">
                <a:tc>
                  <a:txBody>
                    <a:bodyPr/>
                    <a:lstStyle/>
                    <a:p>
                      <a:r>
                        <a:rPr lang="ru-RU" sz="1400" b="1" spc="2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СЕВ</a:t>
                      </a:r>
                      <a:endParaRPr lang="ru-RU" sz="1400" b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Северная</a:t>
                      </a:r>
                      <a:b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железная дорога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Ярославль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  <a:r>
                        <a:rPr lang="en-US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ru-RU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956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499893"/>
                  </a:ext>
                </a:extLst>
              </a:tr>
              <a:tr h="485624">
                <a:tc>
                  <a:txBody>
                    <a:bodyPr/>
                    <a:lstStyle/>
                    <a:p>
                      <a:r>
                        <a:rPr lang="en-US" sz="14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C-</a:t>
                      </a:r>
                      <a:r>
                        <a:rPr lang="ru-RU" sz="14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КАВ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Северо-Кавказская железная дорога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Ростов</a:t>
                      </a: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</a:t>
                      </a:r>
                      <a:b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на-Дону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6 311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161073"/>
                  </a:ext>
                </a:extLst>
              </a:tr>
              <a:tr h="519490">
                <a:tc>
                  <a:txBody>
                    <a:bodyPr/>
                    <a:lstStyle/>
                    <a:p>
                      <a:r>
                        <a:rPr lang="ru-RU" sz="14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Ю-ВОСТ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Юго-Восточная</a:t>
                      </a:r>
                      <a:br>
                        <a:rPr lang="en-US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железная дорога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Воронеж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4 189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428365"/>
                  </a:ext>
                </a:extLst>
              </a:tr>
              <a:tr h="485624">
                <a:tc>
                  <a:txBody>
                    <a:bodyPr/>
                    <a:lstStyle/>
                    <a:p>
                      <a:r>
                        <a:rPr lang="ru-RU" sz="14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ПРИВ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Приволжская</a:t>
                      </a:r>
                      <a:b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железная дорога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Саратов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spc="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4 260</a:t>
                      </a:r>
                    </a:p>
                  </a:txBody>
                  <a:tcPr marL="0" marR="0" marT="54000" marB="5400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1275319"/>
                  </a:ext>
                </a:extLst>
              </a:tr>
            </a:tbl>
          </a:graphicData>
        </a:graphic>
      </p:graphicFrame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0710BCA6-08D4-E173-ECD1-07141CDD2EB9}"/>
              </a:ext>
            </a:extLst>
          </p:cNvPr>
          <p:cNvSpPr/>
          <p:nvPr userDrawn="1"/>
        </p:nvSpPr>
        <p:spPr>
          <a:xfrm rot="10800000" flipH="1">
            <a:off x="864080" y="2502792"/>
            <a:ext cx="74613" cy="74613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D3813C3-8299-CBBE-6D7F-23C3897B64A9}"/>
              </a:ext>
            </a:extLst>
          </p:cNvPr>
          <p:cNvSpPr/>
          <p:nvPr/>
        </p:nvSpPr>
        <p:spPr>
          <a:xfrm>
            <a:off x="-2173024" y="5411125"/>
            <a:ext cx="204228" cy="2042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A711893-172E-AA13-A6BE-BD9CBB507236}"/>
              </a:ext>
            </a:extLst>
          </p:cNvPr>
          <p:cNvSpPr/>
          <p:nvPr/>
        </p:nvSpPr>
        <p:spPr>
          <a:xfrm>
            <a:off x="-2173024" y="5934746"/>
            <a:ext cx="204228" cy="2042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24FC99C-B456-AEF2-3B9B-6BFA2C675C0B}"/>
              </a:ext>
            </a:extLst>
          </p:cNvPr>
          <p:cNvSpPr/>
          <p:nvPr userDrawn="1"/>
        </p:nvSpPr>
        <p:spPr>
          <a:xfrm>
            <a:off x="-2173024" y="4887504"/>
            <a:ext cx="204228" cy="20422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505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формление чис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E035B-F71E-D87A-A15D-BFB2F420D316}"/>
              </a:ext>
            </a:extLst>
          </p:cNvPr>
          <p:cNvSpPr txBox="1"/>
          <p:nvPr userDrawn="1"/>
        </p:nvSpPr>
        <p:spPr>
          <a:xfrm>
            <a:off x="768836" y="312103"/>
            <a:ext cx="9683263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ОФОРМЛЕНИЕ ЧИСЕЛ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9F99B6A6-9BC4-48EF-4ABC-26AA9A1020BA}"/>
              </a:ext>
            </a:extLst>
          </p:cNvPr>
          <p:cNvCxnSpPr>
            <a:cxnSpLocks/>
          </p:cNvCxnSpPr>
          <p:nvPr userDrawn="1"/>
        </p:nvCxnSpPr>
        <p:spPr>
          <a:xfrm>
            <a:off x="874624" y="5049166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CD696484-5D2C-F38A-3C72-62462B73B94D}"/>
              </a:ext>
            </a:extLst>
          </p:cNvPr>
          <p:cNvCxnSpPr>
            <a:cxnSpLocks/>
          </p:cNvCxnSpPr>
          <p:nvPr userDrawn="1"/>
        </p:nvCxnSpPr>
        <p:spPr>
          <a:xfrm>
            <a:off x="874624" y="4268530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F1893B0C-7798-9A26-BE8B-97045528A1FF}"/>
              </a:ext>
            </a:extLst>
          </p:cNvPr>
          <p:cNvCxnSpPr>
            <a:cxnSpLocks/>
          </p:cNvCxnSpPr>
          <p:nvPr userDrawn="1"/>
        </p:nvCxnSpPr>
        <p:spPr>
          <a:xfrm>
            <a:off x="874624" y="4658847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16806133-027D-B9E2-1B9B-2675A21C46DF}"/>
              </a:ext>
            </a:extLst>
          </p:cNvPr>
          <p:cNvCxnSpPr>
            <a:cxnSpLocks/>
          </p:cNvCxnSpPr>
          <p:nvPr userDrawn="1"/>
        </p:nvCxnSpPr>
        <p:spPr>
          <a:xfrm>
            <a:off x="874624" y="3677923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11EE1C25-F7D6-6A10-1948-80CDD746BACB}"/>
              </a:ext>
            </a:extLst>
          </p:cNvPr>
          <p:cNvCxnSpPr>
            <a:cxnSpLocks/>
          </p:cNvCxnSpPr>
          <p:nvPr userDrawn="1"/>
        </p:nvCxnSpPr>
        <p:spPr>
          <a:xfrm>
            <a:off x="874624" y="2897288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766E36E7-14A2-6286-9F62-9E4CAB783A14}"/>
              </a:ext>
            </a:extLst>
          </p:cNvPr>
          <p:cNvCxnSpPr>
            <a:cxnSpLocks/>
          </p:cNvCxnSpPr>
          <p:nvPr userDrawn="1"/>
        </p:nvCxnSpPr>
        <p:spPr>
          <a:xfrm>
            <a:off x="874624" y="3287605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A468449B-30B9-7339-3E87-8D63DDEBD658}"/>
              </a:ext>
            </a:extLst>
          </p:cNvPr>
          <p:cNvCxnSpPr>
            <a:cxnSpLocks/>
          </p:cNvCxnSpPr>
          <p:nvPr userDrawn="1"/>
        </p:nvCxnSpPr>
        <p:spPr>
          <a:xfrm>
            <a:off x="890491" y="6428867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FD8D1D83-665F-2B0D-83AE-9E53383D29B2}"/>
              </a:ext>
            </a:extLst>
          </p:cNvPr>
          <p:cNvCxnSpPr>
            <a:cxnSpLocks/>
          </p:cNvCxnSpPr>
          <p:nvPr userDrawn="1"/>
        </p:nvCxnSpPr>
        <p:spPr>
          <a:xfrm>
            <a:off x="890491" y="5648232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19DEDDA7-572B-9BF5-F25E-C0BDEF2764F0}"/>
              </a:ext>
            </a:extLst>
          </p:cNvPr>
          <p:cNvCxnSpPr>
            <a:cxnSpLocks/>
          </p:cNvCxnSpPr>
          <p:nvPr userDrawn="1"/>
        </p:nvCxnSpPr>
        <p:spPr>
          <a:xfrm>
            <a:off x="890491" y="6044603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8FFF0F98-D2FD-47B4-540B-89A35D022CAF}"/>
              </a:ext>
            </a:extLst>
          </p:cNvPr>
          <p:cNvCxnSpPr>
            <a:cxnSpLocks/>
          </p:cNvCxnSpPr>
          <p:nvPr userDrawn="1"/>
        </p:nvCxnSpPr>
        <p:spPr>
          <a:xfrm>
            <a:off x="874624" y="2319902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>
            <a:extLst>
              <a:ext uri="{FF2B5EF4-FFF2-40B4-BE49-F238E27FC236}">
                <a16:creationId xmlns:a16="http://schemas.microsoft.com/office/drawing/2014/main" id="{9E9492CF-F4CC-38EB-4757-7653A144B393}"/>
              </a:ext>
            </a:extLst>
          </p:cNvPr>
          <p:cNvCxnSpPr>
            <a:cxnSpLocks/>
          </p:cNvCxnSpPr>
          <p:nvPr userDrawn="1"/>
        </p:nvCxnSpPr>
        <p:spPr>
          <a:xfrm>
            <a:off x="874624" y="1539267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единительная линия 71">
            <a:extLst>
              <a:ext uri="{FF2B5EF4-FFF2-40B4-BE49-F238E27FC236}">
                <a16:creationId xmlns:a16="http://schemas.microsoft.com/office/drawing/2014/main" id="{1F67DD1A-1433-60A1-A559-2D71D422E6F5}"/>
              </a:ext>
            </a:extLst>
          </p:cNvPr>
          <p:cNvCxnSpPr>
            <a:cxnSpLocks/>
          </p:cNvCxnSpPr>
          <p:nvPr userDrawn="1"/>
        </p:nvCxnSpPr>
        <p:spPr>
          <a:xfrm>
            <a:off x="874624" y="1929584"/>
            <a:ext cx="8570378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089121F-47B5-5C67-358B-B5E252807194}"/>
              </a:ext>
            </a:extLst>
          </p:cNvPr>
          <p:cNvSpPr txBox="1"/>
          <p:nvPr userDrawn="1"/>
        </p:nvSpPr>
        <p:spPr>
          <a:xfrm>
            <a:off x="9858824" y="1330304"/>
            <a:ext cx="189401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Цифры и знаки</a:t>
            </a:r>
            <a:b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оформления числовых данных.</a:t>
            </a:r>
          </a:p>
          <a:p>
            <a:pPr>
              <a:spcAft>
                <a:spcPts val="600"/>
              </a:spcAft>
            </a:pPr>
            <a:r>
              <a:rPr lang="ru-RU" sz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 применяются</a:t>
            </a:r>
            <a:br>
              <a:rPr lang="ru-RU" sz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таблицах.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Перекрасить цифры можно в «</a:t>
            </a:r>
            <a:r>
              <a:rPr lang="ru-RU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Формате рисунка</a:t>
            </a: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», далее «</a:t>
            </a:r>
            <a:r>
              <a:rPr lang="ru-RU" sz="1200" b="1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Цвет</a:t>
            </a:r>
            <a:r>
              <a:rPr lang="ru-RU" sz="120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».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A51D8D4-6346-A3A9-B663-732141D54357}"/>
              </a:ext>
            </a:extLst>
          </p:cNvPr>
          <p:cNvSpPr txBox="1"/>
          <p:nvPr userDrawn="1"/>
        </p:nvSpPr>
        <p:spPr>
          <a:xfrm>
            <a:off x="9858824" y="5042931"/>
            <a:ext cx="18940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0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Тысячи отбиваются пробелом </a:t>
            </a:r>
            <a:r>
              <a:rPr lang="ru-RU" sz="1000" b="1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ru-RU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</a:t>
            </a:r>
            <a:r>
              <a:rPr lang="ru-RU" sz="10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ru-RU" sz="1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spcAft>
                <a:spcPts val="600"/>
              </a:spcAft>
            </a:pPr>
            <a:r>
              <a:rPr lang="ru-RU" sz="10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Например, 1 миллион будет записан так:</a:t>
            </a:r>
            <a:br>
              <a:rPr lang="ru-RU" sz="10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1 000 000</a:t>
            </a:r>
            <a:r>
              <a:rPr lang="ru-RU" sz="10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ru-RU" sz="10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Цифры и знаки отбиваются половиной пробела </a:t>
            </a:r>
            <a:r>
              <a:rPr lang="ru-RU" sz="1000" b="1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ru-RU" sz="1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0,5а</a:t>
            </a:r>
            <a:r>
              <a:rPr lang="ru-RU" sz="10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ru-RU" sz="1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26390010-EC14-EFE9-A529-586CF09162A5}"/>
              </a:ext>
            </a:extLst>
          </p:cNvPr>
          <p:cNvGrpSpPr/>
          <p:nvPr userDrawn="1"/>
        </p:nvGrpSpPr>
        <p:grpSpPr>
          <a:xfrm>
            <a:off x="9975746" y="3770180"/>
            <a:ext cx="543159" cy="1128219"/>
            <a:chOff x="9975746" y="4490775"/>
            <a:chExt cx="543159" cy="1128219"/>
          </a:xfrm>
        </p:grpSpPr>
        <p:grpSp>
          <p:nvGrpSpPr>
            <p:cNvPr id="98" name="Группа 97">
              <a:extLst>
                <a:ext uri="{FF2B5EF4-FFF2-40B4-BE49-F238E27FC236}">
                  <a16:creationId xmlns:a16="http://schemas.microsoft.com/office/drawing/2014/main" id="{70F99AF8-F68D-EC4E-5C48-D42FA172B303}"/>
                </a:ext>
              </a:extLst>
            </p:cNvPr>
            <p:cNvGrpSpPr/>
            <p:nvPr/>
          </p:nvGrpSpPr>
          <p:grpSpPr>
            <a:xfrm>
              <a:off x="9975746" y="4838368"/>
              <a:ext cx="543159" cy="780626"/>
              <a:chOff x="3665801" y="1547220"/>
              <a:chExt cx="543159" cy="780626"/>
            </a:xfrm>
          </p:grpSpPr>
          <p:sp>
            <p:nvSpPr>
              <p:cNvPr id="102" name="Прямоугольник 101">
                <a:extLst>
                  <a:ext uri="{FF2B5EF4-FFF2-40B4-BE49-F238E27FC236}">
                    <a16:creationId xmlns:a16="http://schemas.microsoft.com/office/drawing/2014/main" id="{57617B1B-7183-970D-D1F7-9C3AA291D2FB}"/>
                  </a:ext>
                </a:extLst>
              </p:cNvPr>
              <p:cNvSpPr/>
              <p:nvPr/>
            </p:nvSpPr>
            <p:spPr>
              <a:xfrm>
                <a:off x="3665801" y="1547220"/>
                <a:ext cx="543159" cy="780626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cxnSp>
            <p:nvCxnSpPr>
              <p:cNvPr id="103" name="Прямая соединительная линия 102">
                <a:extLst>
                  <a:ext uri="{FF2B5EF4-FFF2-40B4-BE49-F238E27FC236}">
                    <a16:creationId xmlns:a16="http://schemas.microsoft.com/office/drawing/2014/main" id="{D6EB55CC-778A-D245-A3FD-566ECD603F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65801" y="1547220"/>
                <a:ext cx="543159" cy="78062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Прямая соединительная линия 103">
                <a:extLst>
                  <a:ext uri="{FF2B5EF4-FFF2-40B4-BE49-F238E27FC236}">
                    <a16:creationId xmlns:a16="http://schemas.microsoft.com/office/drawing/2014/main" id="{7FB1A548-B587-424A-8887-D280D1D067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5801" y="1547220"/>
                <a:ext cx="543159" cy="78062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Группа 98">
              <a:extLst>
                <a:ext uri="{FF2B5EF4-FFF2-40B4-BE49-F238E27FC236}">
                  <a16:creationId xmlns:a16="http://schemas.microsoft.com/office/drawing/2014/main" id="{AD95F84D-F173-2696-BF60-F39240AA4712}"/>
                </a:ext>
              </a:extLst>
            </p:cNvPr>
            <p:cNvGrpSpPr/>
            <p:nvPr/>
          </p:nvGrpSpPr>
          <p:grpSpPr>
            <a:xfrm>
              <a:off x="9975746" y="4490775"/>
              <a:ext cx="543159" cy="276999"/>
              <a:chOff x="9975746" y="4490775"/>
              <a:chExt cx="543159" cy="276999"/>
            </a:xfrm>
          </p:grpSpPr>
          <p:cxnSp>
            <p:nvCxnSpPr>
              <p:cNvPr id="100" name="Прямая соединительная линия 99">
                <a:extLst>
                  <a:ext uri="{FF2B5EF4-FFF2-40B4-BE49-F238E27FC236}">
                    <a16:creationId xmlns:a16="http://schemas.microsoft.com/office/drawing/2014/main" id="{E70EBE21-B30D-CB8E-8E60-956E3A0EC4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75746" y="4753672"/>
                <a:ext cx="5431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A5672BB-1D60-C1A6-C0CA-1B4CCC78749A}"/>
                  </a:ext>
                </a:extLst>
              </p:cNvPr>
              <p:cNvSpPr txBox="1"/>
              <p:nvPr/>
            </p:nvSpPr>
            <p:spPr>
              <a:xfrm>
                <a:off x="10112512" y="4490775"/>
                <a:ext cx="2776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1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а</a:t>
                </a:r>
              </a:p>
            </p:txBody>
          </p:sp>
        </p:grp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3526D9C1-D04A-8A97-DA6A-DF7E95B437BE}"/>
              </a:ext>
            </a:extLst>
          </p:cNvPr>
          <p:cNvGrpSpPr/>
          <p:nvPr userDrawn="1"/>
        </p:nvGrpSpPr>
        <p:grpSpPr>
          <a:xfrm>
            <a:off x="10751353" y="3770180"/>
            <a:ext cx="529312" cy="1128219"/>
            <a:chOff x="10647867" y="2653961"/>
            <a:chExt cx="529312" cy="1128219"/>
          </a:xfrm>
        </p:grpSpPr>
        <p:grpSp>
          <p:nvGrpSpPr>
            <p:cNvPr id="106" name="Группа 105">
              <a:extLst>
                <a:ext uri="{FF2B5EF4-FFF2-40B4-BE49-F238E27FC236}">
                  <a16:creationId xmlns:a16="http://schemas.microsoft.com/office/drawing/2014/main" id="{B544AFFB-EF67-82A6-0A97-90D562172554}"/>
                </a:ext>
              </a:extLst>
            </p:cNvPr>
            <p:cNvGrpSpPr/>
            <p:nvPr/>
          </p:nvGrpSpPr>
          <p:grpSpPr>
            <a:xfrm>
              <a:off x="10765099" y="3001554"/>
              <a:ext cx="269627" cy="780626"/>
              <a:chOff x="3665801" y="1547220"/>
              <a:chExt cx="543159" cy="780626"/>
            </a:xfrm>
          </p:grpSpPr>
          <p:sp>
            <p:nvSpPr>
              <p:cNvPr id="109" name="Прямоугольник 108">
                <a:extLst>
                  <a:ext uri="{FF2B5EF4-FFF2-40B4-BE49-F238E27FC236}">
                    <a16:creationId xmlns:a16="http://schemas.microsoft.com/office/drawing/2014/main" id="{AF7C3560-60F8-99BF-DBAE-B1AFC8D90BB0}"/>
                  </a:ext>
                </a:extLst>
              </p:cNvPr>
              <p:cNvSpPr/>
              <p:nvPr/>
            </p:nvSpPr>
            <p:spPr>
              <a:xfrm>
                <a:off x="3665801" y="1547220"/>
                <a:ext cx="543159" cy="780626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cxnSp>
            <p:nvCxnSpPr>
              <p:cNvPr id="110" name="Прямая соединительная линия 109">
                <a:extLst>
                  <a:ext uri="{FF2B5EF4-FFF2-40B4-BE49-F238E27FC236}">
                    <a16:creationId xmlns:a16="http://schemas.microsoft.com/office/drawing/2014/main" id="{AB0CABD6-AF0C-EEE9-EE64-7A699D6519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65801" y="1547220"/>
                <a:ext cx="543159" cy="78062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Прямая соединительная линия 110">
                <a:extLst>
                  <a:ext uri="{FF2B5EF4-FFF2-40B4-BE49-F238E27FC236}">
                    <a16:creationId xmlns:a16="http://schemas.microsoft.com/office/drawing/2014/main" id="{E95D8CB3-43F9-39BD-81EC-3D7174444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5801" y="1547220"/>
                <a:ext cx="543159" cy="78062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" name="Прямая соединительная линия 106">
              <a:extLst>
                <a:ext uri="{FF2B5EF4-FFF2-40B4-BE49-F238E27FC236}">
                  <a16:creationId xmlns:a16="http://schemas.microsoft.com/office/drawing/2014/main" id="{8D556E90-4056-D3BF-F380-059F4B8FBA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65099" y="2916858"/>
              <a:ext cx="269627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377DD86-B4DD-238C-0BBA-26654B92068A}"/>
                </a:ext>
              </a:extLst>
            </p:cNvPr>
            <p:cNvSpPr txBox="1"/>
            <p:nvPr/>
          </p:nvSpPr>
          <p:spPr>
            <a:xfrm>
              <a:off x="10647867" y="2653961"/>
              <a:ext cx="5293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</a:t>
              </a:r>
              <a:r>
                <a:rPr lang="en-US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,5</a:t>
              </a:r>
              <a:r>
                <a:rPr lang="ru-RU" sz="1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а</a:t>
              </a:r>
            </a:p>
          </p:txBody>
        </p:sp>
      </p:grpSp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E2055507-5583-2701-ED89-7AE111147E8A}"/>
              </a:ext>
            </a:extLst>
          </p:cNvPr>
          <p:cNvCxnSpPr>
            <a:cxnSpLocks/>
          </p:cNvCxnSpPr>
          <p:nvPr userDrawn="1"/>
        </p:nvCxnSpPr>
        <p:spPr>
          <a:xfrm>
            <a:off x="9965113" y="3504349"/>
            <a:ext cx="1787721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46D6B46-339D-12E4-F280-02DE5A68667D}"/>
              </a:ext>
            </a:extLst>
          </p:cNvPr>
          <p:cNvCxnSpPr>
            <a:cxnSpLocks/>
          </p:cNvCxnSpPr>
          <p:nvPr userDrawn="1"/>
        </p:nvCxnSpPr>
        <p:spPr>
          <a:xfrm flipH="1">
            <a:off x="9569962" y="3101093"/>
            <a:ext cx="330175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455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93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та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1ECB75-E8CC-63FC-7991-C8FF8691F0F4}"/>
              </a:ext>
            </a:extLst>
          </p:cNvPr>
          <p:cNvSpPr txBox="1"/>
          <p:nvPr userDrawn="1"/>
        </p:nvSpPr>
        <p:spPr>
          <a:xfrm>
            <a:off x="768837" y="312103"/>
            <a:ext cx="2985113" cy="730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150" kern="1200" spc="150" baseline="0" dirty="0">
                <a:ln w="15875" cap="sq">
                  <a:solidFill>
                    <a:schemeClr val="tx1"/>
                  </a:solidFill>
                  <a:miter lim="800000"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ДЕТАЛИ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80DFCB4-FE89-465F-5CBB-DB74D51E2B7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89750" y="4704347"/>
            <a:ext cx="0" cy="1134221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C08E90-1131-B0C4-03EA-84317E547B04}"/>
              </a:ext>
            </a:extLst>
          </p:cNvPr>
          <p:cNvSpPr txBox="1"/>
          <p:nvPr userDrawn="1"/>
        </p:nvSpPr>
        <p:spPr>
          <a:xfrm>
            <a:off x="9107905" y="4643558"/>
            <a:ext cx="239839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400"/>
              </a:spcBef>
              <a:spcAft>
                <a:spcPts val="600"/>
              </a:spcAft>
            </a:pPr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НОМЕР СЛАЙДА</a:t>
            </a:r>
            <a:br>
              <a:rPr lang="ru-RU" sz="1400" b="0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если необходимо пронумеровать слайды, скопируйте номер на этом слайде (</a:t>
            </a:r>
            <a:r>
              <a:rPr lang="en-US" sz="1200" b="1" kern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CTRL+C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</a:t>
            </a:r>
            <a:r>
              <a:rPr lang="ru-RU" sz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 вставьте на другие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CTRL+V</a:t>
            </a: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r>
              <a:rPr lang="ru-RU" sz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ru-RU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2AE2E6-EFA3-C294-81FE-F2058D9FCB31}"/>
              </a:ext>
            </a:extLst>
          </p:cNvPr>
          <p:cNvSpPr txBox="1"/>
          <p:nvPr userDrawn="1"/>
        </p:nvSpPr>
        <p:spPr>
          <a:xfrm>
            <a:off x="768837" y="1530090"/>
            <a:ext cx="380316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ИКОНКИ ПРИЛОЖЕНИЙ</a:t>
            </a:r>
            <a:br>
              <a:rPr lang="ru-RU" sz="1400" b="0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1200" b="0" kern="1200" dirty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используйте только цветные либо только черно-белые иконки на одном слайде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BC2A0-C0FD-4850-8633-BCABDFDB542F}"/>
              </a:ext>
            </a:extLst>
          </p:cNvPr>
          <p:cNvSpPr txBox="1"/>
          <p:nvPr userDrawn="1"/>
        </p:nvSpPr>
        <p:spPr>
          <a:xfrm>
            <a:off x="768837" y="3862265"/>
            <a:ext cx="380316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lang="ru-RU" sz="1400" b="1" spc="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ПРИМЕРЫ ДИАГРАММ</a:t>
            </a:r>
            <a:br>
              <a:rPr lang="ru-RU" sz="1400" b="0" kern="1200" spc="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ru-RU" sz="1200" b="0" kern="1200" dirty="0">
              <a:solidFill>
                <a:srgbClr val="3C3C3B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112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96" userDrawn="1">
          <p15:clr>
            <a:srgbClr val="A4A3A4"/>
          </p15:clr>
        </p15:guide>
        <p15:guide id="5" pos="1640" userDrawn="1">
          <p15:clr>
            <a:srgbClr val="A4A3A4"/>
          </p15:clr>
        </p15:guide>
        <p15:guide id="6" pos="2184" userDrawn="1">
          <p15:clr>
            <a:srgbClr val="A4A3A4"/>
          </p15:clr>
        </p15:guide>
        <p15:guide id="7" pos="2729" userDrawn="1">
          <p15:clr>
            <a:srgbClr val="A4A3A4"/>
          </p15:clr>
        </p15:guide>
        <p15:guide id="8" pos="3296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384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473" userDrawn="1">
          <p15:clr>
            <a:srgbClr val="A4A3A4"/>
          </p15:clr>
        </p15:guide>
        <p15:guide id="13" pos="6040" userDrawn="1">
          <p15:clr>
            <a:srgbClr val="A4A3A4"/>
          </p15:clr>
        </p15:guide>
        <p15:guide id="14" pos="6584" userDrawn="1">
          <p15:clr>
            <a:srgbClr val="A4A3A4"/>
          </p15:clr>
        </p15:guide>
        <p15:guide id="15" pos="7129" userDrawn="1">
          <p15:clr>
            <a:srgbClr val="A4A3A4"/>
          </p15:clr>
        </p15:guide>
        <p15:guide id="16" pos="7401" userDrawn="1">
          <p15:clr>
            <a:srgbClr val="A4A3A4"/>
          </p15:clr>
        </p15:guide>
        <p15:guide id="18" orient="horz" pos="550" userDrawn="1">
          <p15:clr>
            <a:srgbClr val="A4A3A4"/>
          </p15:clr>
        </p15:guide>
        <p15:guide id="19" orient="horz" pos="3770" userDrawn="1">
          <p15:clr>
            <a:srgbClr val="A4A3A4"/>
          </p15:clr>
        </p15:guide>
        <p15:guide id="20" orient="horz" pos="4042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C0258-FAA2-CFD4-2B9C-37E86F2B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4FCB0C-E3F1-FC05-27F2-EE1EAE4DC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076948-1A24-1C59-45D3-8A0AC28EE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26F98-5866-A243-945E-D644217A11A1}" type="datetimeFigureOut">
              <a:rPr lang="ru-RU" smtClean="0"/>
              <a:pPr/>
              <a:t>29-10-2024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4BE734-0612-009A-8CFA-8ED94B0BE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9BD17-1D64-4536-069B-E44E1632F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AA894-2D46-F64A-8351-414ADCB5642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50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0" r:id="rId7"/>
    <p:sldLayoutId id="2147483688" r:id="rId8"/>
    <p:sldLayoutId id="2147483650" r:id="rId9"/>
    <p:sldLayoutId id="2147483698" r:id="rId10"/>
    <p:sldLayoutId id="2147483684" r:id="rId11"/>
    <p:sldLayoutId id="2147483683" r:id="rId12"/>
    <p:sldLayoutId id="2147483687" r:id="rId13"/>
    <p:sldLayoutId id="2147483667" r:id="rId14"/>
    <p:sldLayoutId id="2147483668" r:id="rId15"/>
    <p:sldLayoutId id="2147483696" r:id="rId16"/>
    <p:sldLayoutId id="2147483699" r:id="rId17"/>
    <p:sldLayoutId id="2147483682" r:id="rId18"/>
    <p:sldLayoutId id="2147483693" r:id="rId19"/>
    <p:sldLayoutId id="2147483690" r:id="rId20"/>
    <p:sldLayoutId id="2147483691" r:id="rId21"/>
    <p:sldLayoutId id="2147483695" r:id="rId22"/>
    <p:sldLayoutId id="2147483694" r:id="rId23"/>
    <p:sldLayoutId id="2147483692" r:id="rId24"/>
    <p:sldLayoutId id="2147483675" r:id="rId25"/>
    <p:sldLayoutId id="2147483672" r:id="rId26"/>
    <p:sldLayoutId id="2147483689" r:id="rId27"/>
    <p:sldLayoutId id="2147483697" r:id="rId28"/>
    <p:sldLayoutId id="2147483670" r:id="rId29"/>
    <p:sldLayoutId id="2147483679" r:id="rId30"/>
    <p:sldLayoutId id="2147483674" r:id="rId31"/>
    <p:sldLayoutId id="2147483686" r:id="rId32"/>
    <p:sldLayoutId id="2147483681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png"/><Relationship Id="rId11" Type="http://schemas.openxmlformats.org/officeDocument/2006/relationships/image" Target="../media/image6.svg"/><Relationship Id="rId5" Type="http://schemas.openxmlformats.org/officeDocument/2006/relationships/image" Target="../media/image23.svg"/><Relationship Id="rId10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86EB2DBC-AC99-4E77-8D5A-438434BC0150}"/>
              </a:ext>
            </a:extLst>
          </p:cNvPr>
          <p:cNvSpPr/>
          <p:nvPr/>
        </p:nvSpPr>
        <p:spPr>
          <a:xfrm>
            <a:off x="8165882" y="3273261"/>
            <a:ext cx="2695194" cy="3332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54" name="Стрелка: вправо 53">
            <a:extLst>
              <a:ext uri="{FF2B5EF4-FFF2-40B4-BE49-F238E27FC236}">
                <a16:creationId xmlns:a16="http://schemas.microsoft.com/office/drawing/2014/main" id="{175B1C98-F013-4CB9-8031-A2840F14FB92}"/>
              </a:ext>
            </a:extLst>
          </p:cNvPr>
          <p:cNvSpPr/>
          <p:nvPr/>
        </p:nvSpPr>
        <p:spPr>
          <a:xfrm>
            <a:off x="7369214" y="3811498"/>
            <a:ext cx="503716" cy="2230850"/>
          </a:xfrm>
          <a:prstGeom prst="rightArrow">
            <a:avLst>
              <a:gd name="adj1" fmla="val 74962"/>
              <a:gd name="adj2" fmla="val 8569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DCD93302-5134-4212-8206-65AD2D41C42F}"/>
              </a:ext>
            </a:extLst>
          </p:cNvPr>
          <p:cNvSpPr/>
          <p:nvPr/>
        </p:nvSpPr>
        <p:spPr>
          <a:xfrm>
            <a:off x="4687441" y="3273261"/>
            <a:ext cx="2695194" cy="3332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3171A2D1-1479-4BCE-93A0-32AF1CDBAA7B}"/>
              </a:ext>
            </a:extLst>
          </p:cNvPr>
          <p:cNvSpPr/>
          <p:nvPr/>
        </p:nvSpPr>
        <p:spPr>
          <a:xfrm>
            <a:off x="3897232" y="3811498"/>
            <a:ext cx="503716" cy="2230850"/>
          </a:xfrm>
          <a:prstGeom prst="rightArrow">
            <a:avLst>
              <a:gd name="adj1" fmla="val 74962"/>
              <a:gd name="adj2" fmla="val 8569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2636E14-9457-4A32-9F9E-C258A7A49C32}"/>
              </a:ext>
            </a:extLst>
          </p:cNvPr>
          <p:cNvSpPr/>
          <p:nvPr/>
        </p:nvSpPr>
        <p:spPr>
          <a:xfrm>
            <a:off x="1215459" y="3273261"/>
            <a:ext cx="2695194" cy="333294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C63A739-F9B9-438B-AA36-0847B91FD0FF}"/>
              </a:ext>
            </a:extLst>
          </p:cNvPr>
          <p:cNvSpPr/>
          <p:nvPr/>
        </p:nvSpPr>
        <p:spPr>
          <a:xfrm>
            <a:off x="823061" y="3388620"/>
            <a:ext cx="784796" cy="784796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A87AD279-C7D7-2A01-5D4C-13E6072FA2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32445" y="3566758"/>
            <a:ext cx="2256922" cy="452508"/>
          </a:xfrm>
        </p:spPr>
        <p:txBody>
          <a:bodyPr/>
          <a:lstStyle/>
          <a:p>
            <a:r>
              <a:rPr lang="ru-RU" dirty="0"/>
              <a:t>КУ РЖД: разработка 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BB04FD64-A721-1803-37AB-4B7E74A6A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4647" y="4260377"/>
            <a:ext cx="2221400" cy="730392"/>
          </a:xfrm>
        </p:spPr>
        <p:txBody>
          <a:bodyPr>
            <a:noAutofit/>
          </a:bodyPr>
          <a:lstStyle/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Единые стандарты разработки образовательных программ</a:t>
            </a:r>
            <a:r>
              <a:rPr lang="en-US" dirty="0"/>
              <a:t> </a:t>
            </a:r>
            <a:endParaRPr lang="ru-RU" dirty="0"/>
          </a:p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Отбор и обучение преподавателей вузов</a:t>
            </a:r>
          </a:p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Передача технологии проведения обучения</a:t>
            </a:r>
          </a:p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Контроль и </a:t>
            </a:r>
            <a:r>
              <a:rPr lang="ru-RU" dirty="0" err="1"/>
              <a:t>супервизия</a:t>
            </a:r>
            <a:r>
              <a:rPr lang="ru-RU" dirty="0"/>
              <a:t> качества обучения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CC603FB8-60CA-4156-9129-7C5E6387EAD1}"/>
              </a:ext>
            </a:extLst>
          </p:cNvPr>
          <p:cNvSpPr/>
          <p:nvPr/>
        </p:nvSpPr>
        <p:spPr>
          <a:xfrm>
            <a:off x="4300332" y="3388620"/>
            <a:ext cx="784796" cy="784796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838D6DC-9801-AB2E-398E-816D936CAF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025" y="3566757"/>
            <a:ext cx="2242687" cy="452509"/>
          </a:xfrm>
        </p:spPr>
        <p:txBody>
          <a:bodyPr/>
          <a:lstStyle/>
          <a:p>
            <a:r>
              <a:rPr lang="ru-RU" dirty="0"/>
              <a:t>ВУЗ: реализация</a:t>
            </a:r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F3117334-2A59-41CA-80E0-139C50E81135}"/>
              </a:ext>
            </a:extLst>
          </p:cNvPr>
          <p:cNvSpPr/>
          <p:nvPr/>
        </p:nvSpPr>
        <p:spPr>
          <a:xfrm>
            <a:off x="7766901" y="3388620"/>
            <a:ext cx="784796" cy="784796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771547B3-638C-AFFC-2054-510B077D46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53225" y="4260375"/>
            <a:ext cx="2434256" cy="1683225"/>
          </a:xfrm>
        </p:spPr>
        <p:txBody>
          <a:bodyPr>
            <a:noAutofit/>
          </a:bodyPr>
          <a:lstStyle/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Педагогическое сопровождение</a:t>
            </a:r>
          </a:p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Аудиторный фонд</a:t>
            </a:r>
          </a:p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Взаимодействие                    с региональными производственными  вертикалями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A04A709F-FB80-6412-E17D-A4B488769F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99873" y="4254020"/>
            <a:ext cx="2362486" cy="1899410"/>
          </a:xfrm>
        </p:spPr>
        <p:txBody>
          <a:bodyPr>
            <a:normAutofit/>
          </a:bodyPr>
          <a:lstStyle/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Экспертное участие </a:t>
            </a:r>
            <a:br>
              <a:rPr lang="ru-RU" dirty="0"/>
            </a:br>
            <a:r>
              <a:rPr lang="ru-RU" dirty="0"/>
              <a:t>в формировании содержания программ </a:t>
            </a:r>
          </a:p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Постоянный контроль  </a:t>
            </a:r>
            <a:br>
              <a:rPr lang="ru-RU" dirty="0"/>
            </a:br>
            <a:r>
              <a:rPr lang="ru-RU" dirty="0"/>
              <a:t>их актуальности</a:t>
            </a:r>
          </a:p>
          <a:p>
            <a:pPr marL="171450" indent="-171450">
              <a:spcBef>
                <a:spcPts val="1200"/>
              </a:spcBef>
              <a:buClr>
                <a:srgbClr val="003262"/>
              </a:buClr>
              <a:buFont typeface="Wingdings" panose="05000000000000000000" pitchFamily="2" charset="2"/>
              <a:buChar char="§"/>
            </a:pPr>
            <a:r>
              <a:rPr lang="ru-RU" dirty="0"/>
              <a:t>Участие </a:t>
            </a:r>
            <a:br>
              <a:rPr lang="ru-RU" dirty="0"/>
            </a:br>
            <a:r>
              <a:rPr lang="ru-RU" dirty="0"/>
              <a:t>в образовательном процессе</a:t>
            </a:r>
          </a:p>
        </p:txBody>
      </p:sp>
      <p:sp>
        <p:nvSpPr>
          <p:cNvPr id="21" name="Заголовок 20">
            <a:extLst>
              <a:ext uri="{FF2B5EF4-FFF2-40B4-BE49-F238E27FC236}">
                <a16:creationId xmlns:a16="http://schemas.microsoft.com/office/drawing/2014/main" id="{7559C961-7F41-930D-6D12-6477A1D3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37" y="365125"/>
            <a:ext cx="8749813" cy="17970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400" b="1" dirty="0"/>
              <a:t>ПРОГРАММЫ РАЗВИТИЯ ПРОФЕССИОНАЛЬНЫХ КОМПЕТЕНЦИЙ</a:t>
            </a:r>
            <a:endParaRPr lang="ru-RU" sz="2800" dirty="0"/>
          </a:p>
        </p:txBody>
      </p:sp>
      <p:sp>
        <p:nvSpPr>
          <p:cNvPr id="31" name="Текст 26">
            <a:extLst>
              <a:ext uri="{FF2B5EF4-FFF2-40B4-BE49-F238E27FC236}">
                <a16:creationId xmlns:a16="http://schemas.microsoft.com/office/drawing/2014/main" id="{EF818E8B-EC75-46C7-AC40-98D3716A7B72}"/>
              </a:ext>
            </a:extLst>
          </p:cNvPr>
          <p:cNvSpPr txBox="1">
            <a:spLocks/>
          </p:cNvSpPr>
          <p:nvPr/>
        </p:nvSpPr>
        <p:spPr>
          <a:xfrm>
            <a:off x="1399872" y="4787663"/>
            <a:ext cx="2188847" cy="660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2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33" name="Текст 23">
            <a:extLst>
              <a:ext uri="{FF2B5EF4-FFF2-40B4-BE49-F238E27FC236}">
                <a16:creationId xmlns:a16="http://schemas.microsoft.com/office/drawing/2014/main" id="{DD8482BF-F3AF-49A3-B181-B181E2208E7C}"/>
              </a:ext>
            </a:extLst>
          </p:cNvPr>
          <p:cNvSpPr txBox="1">
            <a:spLocks/>
          </p:cNvSpPr>
          <p:nvPr/>
        </p:nvSpPr>
        <p:spPr>
          <a:xfrm>
            <a:off x="4854645" y="4836619"/>
            <a:ext cx="2256921" cy="655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1200" b="0" i="0" kern="1200" spc="0" baseline="0" dirty="0" smtClean="0">
                <a:solidFill>
                  <a:srgbClr val="3C3C3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2944B97-0AE7-4313-866B-02E02F402D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849" y="3590133"/>
            <a:ext cx="405116" cy="42102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43D0D8D-9A2F-434F-8788-245D1BC27F4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2521" y="3590133"/>
            <a:ext cx="459127" cy="375286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19A554F0-E085-4B76-92B3-C53E0617A50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6198" y="3610453"/>
            <a:ext cx="399369" cy="422557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D5E9A9E9-7736-450C-B82E-C748D2826478}"/>
              </a:ext>
            </a:extLst>
          </p:cNvPr>
          <p:cNvGrpSpPr/>
          <p:nvPr/>
        </p:nvGrpSpPr>
        <p:grpSpPr>
          <a:xfrm>
            <a:off x="0" y="1824567"/>
            <a:ext cx="10970896" cy="1149936"/>
            <a:chOff x="1333680" y="441324"/>
            <a:chExt cx="9393743" cy="976597"/>
          </a:xfrm>
          <a:solidFill>
            <a:srgbClr val="E5E5E5"/>
          </a:solidFill>
        </p:grpSpPr>
        <p:sp>
          <p:nvSpPr>
            <p:cNvPr id="38" name="Прямоугольник 2">
              <a:extLst>
                <a:ext uri="{FF2B5EF4-FFF2-40B4-BE49-F238E27FC236}">
                  <a16:creationId xmlns:a16="http://schemas.microsoft.com/office/drawing/2014/main" id="{48194151-B53B-4EE0-84B2-038EC969A87E}"/>
                </a:ext>
              </a:extLst>
            </p:cNvPr>
            <p:cNvSpPr/>
            <p:nvPr/>
          </p:nvSpPr>
          <p:spPr>
            <a:xfrm>
              <a:off x="3736504" y="442165"/>
              <a:ext cx="6116091" cy="975756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0 w 24015599"/>
                <a:gd name="connsiteY0" fmla="*/ 16467 h 3668995"/>
                <a:gd name="connsiteX1" fmla="*/ 24015599 w 24015599"/>
                <a:gd name="connsiteY1" fmla="*/ 0 h 3668995"/>
                <a:gd name="connsiteX2" fmla="*/ 21261193 w 24015599"/>
                <a:gd name="connsiteY2" fmla="*/ 3664326 h 3668995"/>
                <a:gd name="connsiteX3" fmla="*/ 13866058 w 24015599"/>
                <a:gd name="connsiteY3" fmla="*/ 3668995 h 3668995"/>
                <a:gd name="connsiteX4" fmla="*/ 0 w 24015599"/>
                <a:gd name="connsiteY4" fmla="*/ 16467 h 3668995"/>
                <a:gd name="connsiteX0" fmla="*/ 0 w 40984827"/>
                <a:gd name="connsiteY0" fmla="*/ 0 h 3672170"/>
                <a:gd name="connsiteX1" fmla="*/ 40984827 w 40984827"/>
                <a:gd name="connsiteY1" fmla="*/ 3175 h 3672170"/>
                <a:gd name="connsiteX2" fmla="*/ 38230421 w 40984827"/>
                <a:gd name="connsiteY2" fmla="*/ 3667501 h 3672170"/>
                <a:gd name="connsiteX3" fmla="*/ 30835286 w 40984827"/>
                <a:gd name="connsiteY3" fmla="*/ 3672170 h 3672170"/>
                <a:gd name="connsiteX4" fmla="*/ 0 w 40984827"/>
                <a:gd name="connsiteY4" fmla="*/ 0 h 3672170"/>
                <a:gd name="connsiteX0" fmla="*/ 0 w 40984827"/>
                <a:gd name="connsiteY0" fmla="*/ 0 h 3711451"/>
                <a:gd name="connsiteX1" fmla="*/ 40984827 w 40984827"/>
                <a:gd name="connsiteY1" fmla="*/ 3175 h 3711451"/>
                <a:gd name="connsiteX2" fmla="*/ 38230421 w 40984827"/>
                <a:gd name="connsiteY2" fmla="*/ 3667501 h 3711451"/>
                <a:gd name="connsiteX3" fmla="*/ 11136056 w 40984827"/>
                <a:gd name="connsiteY3" fmla="*/ 3711451 h 3711451"/>
                <a:gd name="connsiteX4" fmla="*/ 0 w 40984827"/>
                <a:gd name="connsiteY4" fmla="*/ 0 h 3711451"/>
                <a:gd name="connsiteX0" fmla="*/ 0 w 40984827"/>
                <a:gd name="connsiteY0" fmla="*/ 0 h 3667501"/>
                <a:gd name="connsiteX1" fmla="*/ 40984827 w 40984827"/>
                <a:gd name="connsiteY1" fmla="*/ 3175 h 3667501"/>
                <a:gd name="connsiteX2" fmla="*/ 38230421 w 40984827"/>
                <a:gd name="connsiteY2" fmla="*/ 3667501 h 3667501"/>
                <a:gd name="connsiteX3" fmla="*/ 6265258 w 40984827"/>
                <a:gd name="connsiteY3" fmla="*/ 2375910 h 3667501"/>
                <a:gd name="connsiteX4" fmla="*/ 0 w 40984827"/>
                <a:gd name="connsiteY4" fmla="*/ 0 h 3667501"/>
                <a:gd name="connsiteX0" fmla="*/ 0 w 40984827"/>
                <a:gd name="connsiteY0" fmla="*/ 0 h 3691812"/>
                <a:gd name="connsiteX1" fmla="*/ 40984827 w 40984827"/>
                <a:gd name="connsiteY1" fmla="*/ 3175 h 3691812"/>
                <a:gd name="connsiteX2" fmla="*/ 38230421 w 40984827"/>
                <a:gd name="connsiteY2" fmla="*/ 3667501 h 3691812"/>
                <a:gd name="connsiteX3" fmla="*/ 39281 w 40984827"/>
                <a:gd name="connsiteY3" fmla="*/ 3691812 h 3691812"/>
                <a:gd name="connsiteX4" fmla="*/ 0 w 40984827"/>
                <a:gd name="connsiteY4" fmla="*/ 0 h 3691812"/>
                <a:gd name="connsiteX0" fmla="*/ 5056167 w 46040994"/>
                <a:gd name="connsiteY0" fmla="*/ 0 h 3691812"/>
                <a:gd name="connsiteX1" fmla="*/ 46040994 w 46040994"/>
                <a:gd name="connsiteY1" fmla="*/ 3175 h 3691812"/>
                <a:gd name="connsiteX2" fmla="*/ 43286588 w 46040994"/>
                <a:gd name="connsiteY2" fmla="*/ 3667501 h 3691812"/>
                <a:gd name="connsiteX3" fmla="*/ 0 w 46040994"/>
                <a:gd name="connsiteY3" fmla="*/ 3691812 h 3691812"/>
                <a:gd name="connsiteX4" fmla="*/ 5056167 w 46040994"/>
                <a:gd name="connsiteY4" fmla="*/ 0 h 3691812"/>
                <a:gd name="connsiteX0" fmla="*/ 20665 w 46040994"/>
                <a:gd name="connsiteY0" fmla="*/ 11810 h 3688635"/>
                <a:gd name="connsiteX1" fmla="*/ 46040994 w 46040994"/>
                <a:gd name="connsiteY1" fmla="*/ -2 h 3688635"/>
                <a:gd name="connsiteX2" fmla="*/ 43286588 w 46040994"/>
                <a:gd name="connsiteY2" fmla="*/ 3664324 h 3688635"/>
                <a:gd name="connsiteX3" fmla="*/ 0 w 46040994"/>
                <a:gd name="connsiteY3" fmla="*/ 3688635 h 3688635"/>
                <a:gd name="connsiteX4" fmla="*/ 20665 w 46040994"/>
                <a:gd name="connsiteY4" fmla="*/ 11810 h 3688635"/>
                <a:gd name="connsiteX0" fmla="*/ 1 w 46020330"/>
                <a:gd name="connsiteY0" fmla="*/ 11812 h 3688637"/>
                <a:gd name="connsiteX1" fmla="*/ 46020330 w 46020330"/>
                <a:gd name="connsiteY1" fmla="*/ 0 h 3688637"/>
                <a:gd name="connsiteX2" fmla="*/ 43265924 w 46020330"/>
                <a:gd name="connsiteY2" fmla="*/ 3664326 h 3688637"/>
                <a:gd name="connsiteX3" fmla="*/ 22893300 w 46020330"/>
                <a:gd name="connsiteY3" fmla="*/ 3688637 h 3688637"/>
                <a:gd name="connsiteX4" fmla="*/ 1 w 46020330"/>
                <a:gd name="connsiteY4" fmla="*/ 11812 h 3688637"/>
                <a:gd name="connsiteX0" fmla="*/ 20664 w 23127030"/>
                <a:gd name="connsiteY0" fmla="*/ 11812 h 3688637"/>
                <a:gd name="connsiteX1" fmla="*/ 23127030 w 23127030"/>
                <a:gd name="connsiteY1" fmla="*/ 0 h 3688637"/>
                <a:gd name="connsiteX2" fmla="*/ 20372624 w 23127030"/>
                <a:gd name="connsiteY2" fmla="*/ 3664326 h 3688637"/>
                <a:gd name="connsiteX3" fmla="*/ 0 w 23127030"/>
                <a:gd name="connsiteY3" fmla="*/ 3688637 h 3688637"/>
                <a:gd name="connsiteX4" fmla="*/ 20664 w 23127030"/>
                <a:gd name="connsiteY4" fmla="*/ 11812 h 3688637"/>
                <a:gd name="connsiteX0" fmla="*/ 6737 w 23113103"/>
                <a:gd name="connsiteY0" fmla="*/ 11812 h 3688637"/>
                <a:gd name="connsiteX1" fmla="*/ 23113103 w 23113103"/>
                <a:gd name="connsiteY1" fmla="*/ 0 h 3688637"/>
                <a:gd name="connsiteX2" fmla="*/ 20358697 w 23113103"/>
                <a:gd name="connsiteY2" fmla="*/ 3664326 h 3688637"/>
                <a:gd name="connsiteX3" fmla="*/ 0 w 23113103"/>
                <a:gd name="connsiteY3" fmla="*/ 3688637 h 3688637"/>
                <a:gd name="connsiteX4" fmla="*/ 6737 w 23113103"/>
                <a:gd name="connsiteY4" fmla="*/ 11812 h 3688637"/>
                <a:gd name="connsiteX0" fmla="*/ 288 w 23120580"/>
                <a:gd name="connsiteY0" fmla="*/ 11812 h 3688637"/>
                <a:gd name="connsiteX1" fmla="*/ 23120580 w 23120580"/>
                <a:gd name="connsiteY1" fmla="*/ 0 h 3688637"/>
                <a:gd name="connsiteX2" fmla="*/ 20366174 w 23120580"/>
                <a:gd name="connsiteY2" fmla="*/ 3664326 h 3688637"/>
                <a:gd name="connsiteX3" fmla="*/ 7477 w 23120580"/>
                <a:gd name="connsiteY3" fmla="*/ 3688637 h 3688637"/>
                <a:gd name="connsiteX4" fmla="*/ 288 w 23120580"/>
                <a:gd name="connsiteY4" fmla="*/ 11812 h 3688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20580" h="3688637">
                  <a:moveTo>
                    <a:pt x="288" y="11812"/>
                  </a:moveTo>
                  <a:lnTo>
                    <a:pt x="23120580" y="0"/>
                  </a:lnTo>
                  <a:lnTo>
                    <a:pt x="20366174" y="3664326"/>
                  </a:lnTo>
                  <a:lnTo>
                    <a:pt x="7477" y="3688637"/>
                  </a:lnTo>
                  <a:cubicBezTo>
                    <a:pt x="9723" y="2463029"/>
                    <a:pt x="-1958" y="1237420"/>
                    <a:pt x="288" y="11812"/>
                  </a:cubicBezTo>
                  <a:close/>
                </a:path>
              </a:pathLst>
            </a:cu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9" name="Прямоугольник 2">
              <a:extLst>
                <a:ext uri="{FF2B5EF4-FFF2-40B4-BE49-F238E27FC236}">
                  <a16:creationId xmlns:a16="http://schemas.microsoft.com/office/drawing/2014/main" id="{0E90D106-2C06-4AA2-BE9A-D084D6FE3CFF}"/>
                </a:ext>
              </a:extLst>
            </p:cNvPr>
            <p:cNvSpPr/>
            <p:nvPr/>
          </p:nvSpPr>
          <p:spPr>
            <a:xfrm>
              <a:off x="9620098" y="441744"/>
              <a:ext cx="512789" cy="483951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7585" h="3659521">
                  <a:moveTo>
                    <a:pt x="2728586" y="6299"/>
                  </a:moveTo>
                  <a:lnTo>
                    <a:pt x="3877585" y="0"/>
                  </a:lnTo>
                  <a:lnTo>
                    <a:pt x="1123178" y="3654851"/>
                  </a:lnTo>
                  <a:lnTo>
                    <a:pt x="0" y="3659521"/>
                  </a:lnTo>
                  <a:lnTo>
                    <a:pt x="2728586" y="6299"/>
                  </a:lnTo>
                  <a:close/>
                </a:path>
              </a:pathLst>
            </a:cu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0" name="Прямоугольник 2">
              <a:extLst>
                <a:ext uri="{FF2B5EF4-FFF2-40B4-BE49-F238E27FC236}">
                  <a16:creationId xmlns:a16="http://schemas.microsoft.com/office/drawing/2014/main" id="{3FAEB9DA-7097-43F7-9F64-D354E667054D}"/>
                </a:ext>
              </a:extLst>
            </p:cNvPr>
            <p:cNvSpPr/>
            <p:nvPr/>
          </p:nvSpPr>
          <p:spPr>
            <a:xfrm>
              <a:off x="9895740" y="441744"/>
              <a:ext cx="486477" cy="483951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8626" h="3659521">
                  <a:moveTo>
                    <a:pt x="2747535" y="6299"/>
                  </a:moveTo>
                  <a:lnTo>
                    <a:pt x="3678626" y="0"/>
                  </a:lnTo>
                  <a:lnTo>
                    <a:pt x="952642" y="3654851"/>
                  </a:lnTo>
                  <a:lnTo>
                    <a:pt x="0" y="3659521"/>
                  </a:lnTo>
                  <a:lnTo>
                    <a:pt x="2747535" y="6299"/>
                  </a:lnTo>
                  <a:close/>
                </a:path>
              </a:pathLst>
            </a:cu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1" name="Прямоугольник 2">
              <a:extLst>
                <a:ext uri="{FF2B5EF4-FFF2-40B4-BE49-F238E27FC236}">
                  <a16:creationId xmlns:a16="http://schemas.microsoft.com/office/drawing/2014/main" id="{E7FE0F0E-5445-4DCF-B9F1-F27834FF1EF3}"/>
                </a:ext>
              </a:extLst>
            </p:cNvPr>
            <p:cNvSpPr/>
            <p:nvPr/>
          </p:nvSpPr>
          <p:spPr>
            <a:xfrm>
              <a:off x="10146409" y="442578"/>
              <a:ext cx="425825" cy="485675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747535 w 3219987"/>
                <a:gd name="connsiteY0" fmla="*/ 0 h 3653222"/>
                <a:gd name="connsiteX1" fmla="*/ 3219987 w 3219987"/>
                <a:gd name="connsiteY1" fmla="*/ 17710 h 3653222"/>
                <a:gd name="connsiteX2" fmla="*/ 782106 w 3219987"/>
                <a:gd name="connsiteY2" fmla="*/ 3648552 h 3653222"/>
                <a:gd name="connsiteX3" fmla="*/ 0 w 3219987"/>
                <a:gd name="connsiteY3" fmla="*/ 3653222 h 3653222"/>
                <a:gd name="connsiteX4" fmla="*/ 2747535 w 3219987"/>
                <a:gd name="connsiteY4" fmla="*/ 0 h 3653222"/>
                <a:gd name="connsiteX0" fmla="*/ 2747535 w 3219987"/>
                <a:gd name="connsiteY0" fmla="*/ 0 h 3653222"/>
                <a:gd name="connsiteX1" fmla="*/ 3219987 w 3219987"/>
                <a:gd name="connsiteY1" fmla="*/ 17710 h 3653222"/>
                <a:gd name="connsiteX2" fmla="*/ 590037 w 3219987"/>
                <a:gd name="connsiteY2" fmla="*/ 3648549 h 3653222"/>
                <a:gd name="connsiteX3" fmla="*/ 0 w 3219987"/>
                <a:gd name="connsiteY3" fmla="*/ 3653222 h 3653222"/>
                <a:gd name="connsiteX4" fmla="*/ 2747535 w 3219987"/>
                <a:gd name="connsiteY4" fmla="*/ 0 h 3653222"/>
                <a:gd name="connsiteX0" fmla="*/ 2747535 w 3219987"/>
                <a:gd name="connsiteY0" fmla="*/ 0 h 3672557"/>
                <a:gd name="connsiteX1" fmla="*/ 3219987 w 3219987"/>
                <a:gd name="connsiteY1" fmla="*/ 17710 h 3672557"/>
                <a:gd name="connsiteX2" fmla="*/ 469994 w 3219987"/>
                <a:gd name="connsiteY2" fmla="*/ 3672557 h 3672557"/>
                <a:gd name="connsiteX3" fmla="*/ 0 w 3219987"/>
                <a:gd name="connsiteY3" fmla="*/ 3653222 h 3672557"/>
                <a:gd name="connsiteX4" fmla="*/ 2747535 w 3219987"/>
                <a:gd name="connsiteY4" fmla="*/ 0 h 3672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9987" h="3672557">
                  <a:moveTo>
                    <a:pt x="2747535" y="0"/>
                  </a:moveTo>
                  <a:lnTo>
                    <a:pt x="3219987" y="17710"/>
                  </a:lnTo>
                  <a:lnTo>
                    <a:pt x="469994" y="3672557"/>
                  </a:lnTo>
                  <a:lnTo>
                    <a:pt x="0" y="3653222"/>
                  </a:lnTo>
                  <a:lnTo>
                    <a:pt x="2747535" y="0"/>
                  </a:lnTo>
                  <a:close/>
                </a:path>
              </a:pathLst>
            </a:cu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2" name="Прямоугольник 2">
              <a:extLst>
                <a:ext uri="{FF2B5EF4-FFF2-40B4-BE49-F238E27FC236}">
                  <a16:creationId xmlns:a16="http://schemas.microsoft.com/office/drawing/2014/main" id="{2D254D89-E87B-435F-BACB-9646ECA09D16}"/>
                </a:ext>
              </a:extLst>
            </p:cNvPr>
            <p:cNvSpPr/>
            <p:nvPr/>
          </p:nvSpPr>
          <p:spPr>
            <a:xfrm>
              <a:off x="10345778" y="441324"/>
              <a:ext cx="381645" cy="483753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9171079 w 10149541"/>
                <a:gd name="connsiteY0" fmla="*/ 15774 h 3668995"/>
                <a:gd name="connsiteX1" fmla="*/ 10149541 w 10149541"/>
                <a:gd name="connsiteY1" fmla="*/ 0 h 3668995"/>
                <a:gd name="connsiteX2" fmla="*/ 7395135 w 10149541"/>
                <a:gd name="connsiteY2" fmla="*/ 3664326 h 3668995"/>
                <a:gd name="connsiteX3" fmla="*/ 0 w 10149541"/>
                <a:gd name="connsiteY3" fmla="*/ 3668995 h 3668995"/>
                <a:gd name="connsiteX4" fmla="*/ 9171079 w 10149541"/>
                <a:gd name="connsiteY4" fmla="*/ 15774 h 3668995"/>
                <a:gd name="connsiteX0" fmla="*/ 2425410 w 3403872"/>
                <a:gd name="connsiteY0" fmla="*/ 15774 h 3664325"/>
                <a:gd name="connsiteX1" fmla="*/ 3403872 w 3403872"/>
                <a:gd name="connsiteY1" fmla="*/ 0 h 3664325"/>
                <a:gd name="connsiteX2" fmla="*/ 649466 w 3403872"/>
                <a:gd name="connsiteY2" fmla="*/ 3664326 h 3664325"/>
                <a:gd name="connsiteX3" fmla="*/ 0 w 3403872"/>
                <a:gd name="connsiteY3" fmla="*/ 3659521 h 3664325"/>
                <a:gd name="connsiteX4" fmla="*/ 2425410 w 3403872"/>
                <a:gd name="connsiteY4" fmla="*/ 15774 h 3664325"/>
                <a:gd name="connsiteX0" fmla="*/ 2927546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927546 w 3906008"/>
                <a:gd name="connsiteY4" fmla="*/ 15774 h 3678469"/>
                <a:gd name="connsiteX0" fmla="*/ 2766483 w 3906008"/>
                <a:gd name="connsiteY0" fmla="*/ 15774 h 3678469"/>
                <a:gd name="connsiteX1" fmla="*/ 3906008 w 3906008"/>
                <a:gd name="connsiteY1" fmla="*/ 0 h 3678469"/>
                <a:gd name="connsiteX2" fmla="*/ 1151602 w 3906008"/>
                <a:gd name="connsiteY2" fmla="*/ 3664326 h 3678469"/>
                <a:gd name="connsiteX3" fmla="*/ 0 w 3906008"/>
                <a:gd name="connsiteY3" fmla="*/ 3678469 h 3678469"/>
                <a:gd name="connsiteX4" fmla="*/ 2766483 w 3906008"/>
                <a:gd name="connsiteY4" fmla="*/ 15774 h 3678469"/>
                <a:gd name="connsiteX0" fmla="*/ 2368564 w 3508089"/>
                <a:gd name="connsiteY0" fmla="*/ 15774 h 3664325"/>
                <a:gd name="connsiteX1" fmla="*/ 3508089 w 3508089"/>
                <a:gd name="connsiteY1" fmla="*/ 0 h 3664325"/>
                <a:gd name="connsiteX2" fmla="*/ 753683 w 3508089"/>
                <a:gd name="connsiteY2" fmla="*/ 3664326 h 3664325"/>
                <a:gd name="connsiteX3" fmla="*/ 0 w 3508089"/>
                <a:gd name="connsiteY3" fmla="*/ 3498458 h 3664325"/>
                <a:gd name="connsiteX4" fmla="*/ 2368564 w 3508089"/>
                <a:gd name="connsiteY4" fmla="*/ 15774 h 3664325"/>
                <a:gd name="connsiteX0" fmla="*/ 2738060 w 3877585"/>
                <a:gd name="connsiteY0" fmla="*/ 15774 h 3664325"/>
                <a:gd name="connsiteX1" fmla="*/ 3877585 w 3877585"/>
                <a:gd name="connsiteY1" fmla="*/ 0 h 3664325"/>
                <a:gd name="connsiteX2" fmla="*/ 1123179 w 3877585"/>
                <a:gd name="connsiteY2" fmla="*/ 3664326 h 3664325"/>
                <a:gd name="connsiteX3" fmla="*/ 0 w 3877585"/>
                <a:gd name="connsiteY3" fmla="*/ 3659521 h 3664325"/>
                <a:gd name="connsiteX4" fmla="*/ 2738060 w 3877585"/>
                <a:gd name="connsiteY4" fmla="*/ 15774 h 3664325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560108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738060 w 3877585"/>
                <a:gd name="connsiteY0" fmla="*/ 15774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38060 w 3877585"/>
                <a:gd name="connsiteY4" fmla="*/ 15774 h 3659521"/>
                <a:gd name="connsiteX0" fmla="*/ 2832803 w 3877585"/>
                <a:gd name="connsiteY0" fmla="*/ 110516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832803 w 3877585"/>
                <a:gd name="connsiteY4" fmla="*/ 110516 h 3659521"/>
                <a:gd name="connsiteX0" fmla="*/ 2728586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728586 w 3877585"/>
                <a:gd name="connsiteY4" fmla="*/ 6299 h 3659521"/>
                <a:gd name="connsiteX0" fmla="*/ 3268619 w 3877585"/>
                <a:gd name="connsiteY0" fmla="*/ 7261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3268619 w 3877585"/>
                <a:gd name="connsiteY4" fmla="*/ 72619 h 3659521"/>
                <a:gd name="connsiteX0" fmla="*/ 2946494 w 3877585"/>
                <a:gd name="connsiteY0" fmla="*/ 6299 h 3659521"/>
                <a:gd name="connsiteX1" fmla="*/ 3877585 w 3877585"/>
                <a:gd name="connsiteY1" fmla="*/ 0 h 3659521"/>
                <a:gd name="connsiteX2" fmla="*/ 1123178 w 3877585"/>
                <a:gd name="connsiteY2" fmla="*/ 3654851 h 3659521"/>
                <a:gd name="connsiteX3" fmla="*/ 0 w 3877585"/>
                <a:gd name="connsiteY3" fmla="*/ 3659521 h 3659521"/>
                <a:gd name="connsiteX4" fmla="*/ 2946494 w 3877585"/>
                <a:gd name="connsiteY4" fmla="*/ 6299 h 3659521"/>
                <a:gd name="connsiteX0" fmla="*/ 2387513 w 3318604"/>
                <a:gd name="connsiteY0" fmla="*/ 6299 h 3654851"/>
                <a:gd name="connsiteX1" fmla="*/ 3318604 w 3318604"/>
                <a:gd name="connsiteY1" fmla="*/ 0 h 3654851"/>
                <a:gd name="connsiteX2" fmla="*/ 564197 w 3318604"/>
                <a:gd name="connsiteY2" fmla="*/ 3654851 h 3654851"/>
                <a:gd name="connsiteX3" fmla="*/ 0 w 3318604"/>
                <a:gd name="connsiteY3" fmla="*/ 3564778 h 3654851"/>
                <a:gd name="connsiteX4" fmla="*/ 2387513 w 3318604"/>
                <a:gd name="connsiteY4" fmla="*/ 6299 h 3654851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24219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2747535 w 3678626"/>
                <a:gd name="connsiteY0" fmla="*/ 6299 h 3664325"/>
                <a:gd name="connsiteX1" fmla="*/ 3678626 w 3678626"/>
                <a:gd name="connsiteY1" fmla="*/ 0 h 3664325"/>
                <a:gd name="connsiteX2" fmla="*/ 744208 w 3678626"/>
                <a:gd name="connsiteY2" fmla="*/ 3664325 h 3664325"/>
                <a:gd name="connsiteX3" fmla="*/ 0 w 3678626"/>
                <a:gd name="connsiteY3" fmla="*/ 3659521 h 3664325"/>
                <a:gd name="connsiteX4" fmla="*/ 2747535 w 3678626"/>
                <a:gd name="connsiteY4" fmla="*/ 6299 h 3664325"/>
                <a:gd name="connsiteX0" fmla="*/ 2747535 w 3678626"/>
                <a:gd name="connsiteY0" fmla="*/ 6299 h 3659521"/>
                <a:gd name="connsiteX1" fmla="*/ 3678626 w 3678626"/>
                <a:gd name="connsiteY1" fmla="*/ 0 h 3659521"/>
                <a:gd name="connsiteX2" fmla="*/ 952642 w 3678626"/>
                <a:gd name="connsiteY2" fmla="*/ 3654851 h 3659521"/>
                <a:gd name="connsiteX3" fmla="*/ 0 w 3678626"/>
                <a:gd name="connsiteY3" fmla="*/ 3659521 h 3659521"/>
                <a:gd name="connsiteX4" fmla="*/ 2747535 w 3678626"/>
                <a:gd name="connsiteY4" fmla="*/ 6299 h 3659521"/>
                <a:gd name="connsiteX0" fmla="*/ 1999069 w 2930160"/>
                <a:gd name="connsiteY0" fmla="*/ 6299 h 3654851"/>
                <a:gd name="connsiteX1" fmla="*/ 2930160 w 2930160"/>
                <a:gd name="connsiteY1" fmla="*/ 0 h 3654851"/>
                <a:gd name="connsiteX2" fmla="*/ 204176 w 2930160"/>
                <a:gd name="connsiteY2" fmla="*/ 3654851 h 3654851"/>
                <a:gd name="connsiteX3" fmla="*/ 0 w 2930160"/>
                <a:gd name="connsiteY3" fmla="*/ 3631098 h 3654851"/>
                <a:gd name="connsiteX4" fmla="*/ 1999069 w 2930160"/>
                <a:gd name="connsiteY4" fmla="*/ 6299 h 3654851"/>
                <a:gd name="connsiteX0" fmla="*/ 2576999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576999 w 3508090"/>
                <a:gd name="connsiteY4" fmla="*/ 6299 h 3659521"/>
                <a:gd name="connsiteX0" fmla="*/ 2908598 w 3508090"/>
                <a:gd name="connsiteY0" fmla="*/ 53671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908598 w 3508090"/>
                <a:gd name="connsiteY4" fmla="*/ 53671 h 3659521"/>
                <a:gd name="connsiteX0" fmla="*/ 2747535 w 3508090"/>
                <a:gd name="connsiteY0" fmla="*/ 6299 h 3659521"/>
                <a:gd name="connsiteX1" fmla="*/ 3508090 w 3508090"/>
                <a:gd name="connsiteY1" fmla="*/ 0 h 3659521"/>
                <a:gd name="connsiteX2" fmla="*/ 782106 w 3508090"/>
                <a:gd name="connsiteY2" fmla="*/ 3654851 h 3659521"/>
                <a:gd name="connsiteX3" fmla="*/ 0 w 3508090"/>
                <a:gd name="connsiteY3" fmla="*/ 3659521 h 3659521"/>
                <a:gd name="connsiteX4" fmla="*/ 2747535 w 3508090"/>
                <a:gd name="connsiteY4" fmla="*/ 6299 h 3659521"/>
                <a:gd name="connsiteX0" fmla="*/ 2103285 w 2863840"/>
                <a:gd name="connsiteY0" fmla="*/ 6299 h 3654851"/>
                <a:gd name="connsiteX1" fmla="*/ 2863840 w 2863840"/>
                <a:gd name="connsiteY1" fmla="*/ 0 h 3654851"/>
                <a:gd name="connsiteX2" fmla="*/ 137856 w 2863840"/>
                <a:gd name="connsiteY2" fmla="*/ 3654851 h 3654851"/>
                <a:gd name="connsiteX3" fmla="*/ 0 w 2863840"/>
                <a:gd name="connsiteY3" fmla="*/ 3536356 h 3654851"/>
                <a:gd name="connsiteX4" fmla="*/ 2103285 w 2863840"/>
                <a:gd name="connsiteY4" fmla="*/ 6299 h 3654851"/>
                <a:gd name="connsiteX0" fmla="*/ 2216976 w 2977531"/>
                <a:gd name="connsiteY0" fmla="*/ 6299 h 3654851"/>
                <a:gd name="connsiteX1" fmla="*/ 2977531 w 2977531"/>
                <a:gd name="connsiteY1" fmla="*/ 0 h 3654851"/>
                <a:gd name="connsiteX2" fmla="*/ 251547 w 2977531"/>
                <a:gd name="connsiteY2" fmla="*/ 3654851 h 3654851"/>
                <a:gd name="connsiteX3" fmla="*/ 0 w 2977531"/>
                <a:gd name="connsiteY3" fmla="*/ 3631098 h 3654851"/>
                <a:gd name="connsiteX4" fmla="*/ 2216976 w 2977531"/>
                <a:gd name="connsiteY4" fmla="*/ 6299 h 3654851"/>
                <a:gd name="connsiteX0" fmla="*/ 2008542 w 2769097"/>
                <a:gd name="connsiteY0" fmla="*/ 6299 h 3654851"/>
                <a:gd name="connsiteX1" fmla="*/ 2769097 w 2769097"/>
                <a:gd name="connsiteY1" fmla="*/ 0 h 3654851"/>
                <a:gd name="connsiteX2" fmla="*/ 43113 w 2769097"/>
                <a:gd name="connsiteY2" fmla="*/ 3654851 h 3654851"/>
                <a:gd name="connsiteX3" fmla="*/ 0 w 2769097"/>
                <a:gd name="connsiteY3" fmla="*/ 3242654 h 3654851"/>
                <a:gd name="connsiteX4" fmla="*/ 2008542 w 2769097"/>
                <a:gd name="connsiteY4" fmla="*/ 6299 h 3654851"/>
                <a:gd name="connsiteX0" fmla="*/ 2245398 w 3005953"/>
                <a:gd name="connsiteY0" fmla="*/ 6299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245398 w 3005953"/>
                <a:gd name="connsiteY4" fmla="*/ 6299 h 3654851"/>
                <a:gd name="connsiteX0" fmla="*/ 2633843 w 3005953"/>
                <a:gd name="connsiteY0" fmla="*/ 15774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633843 w 3005953"/>
                <a:gd name="connsiteY4" fmla="*/ 15774 h 3654851"/>
                <a:gd name="connsiteX0" fmla="*/ 2794905 w 3005953"/>
                <a:gd name="connsiteY0" fmla="*/ 25248 h 3654851"/>
                <a:gd name="connsiteX1" fmla="*/ 3005953 w 3005953"/>
                <a:gd name="connsiteY1" fmla="*/ 0 h 3654851"/>
                <a:gd name="connsiteX2" fmla="*/ 279969 w 3005953"/>
                <a:gd name="connsiteY2" fmla="*/ 3654851 h 3654851"/>
                <a:gd name="connsiteX3" fmla="*/ 0 w 3005953"/>
                <a:gd name="connsiteY3" fmla="*/ 3650047 h 3654851"/>
                <a:gd name="connsiteX4" fmla="*/ 2794905 w 3005953"/>
                <a:gd name="connsiteY4" fmla="*/ 25248 h 3654851"/>
                <a:gd name="connsiteX0" fmla="*/ 2757008 w 3005953"/>
                <a:gd name="connsiteY0" fmla="*/ 0 h 3658026"/>
                <a:gd name="connsiteX1" fmla="*/ 3005953 w 3005953"/>
                <a:gd name="connsiteY1" fmla="*/ 3175 h 3658026"/>
                <a:gd name="connsiteX2" fmla="*/ 279969 w 3005953"/>
                <a:gd name="connsiteY2" fmla="*/ 3658026 h 3658026"/>
                <a:gd name="connsiteX3" fmla="*/ 0 w 3005953"/>
                <a:gd name="connsiteY3" fmla="*/ 3653222 h 3658026"/>
                <a:gd name="connsiteX4" fmla="*/ 2757008 w 3005953"/>
                <a:gd name="connsiteY4" fmla="*/ 0 h 3658026"/>
                <a:gd name="connsiteX0" fmla="*/ 2757008 w 2885910"/>
                <a:gd name="connsiteY0" fmla="*/ 0 h 3658026"/>
                <a:gd name="connsiteX1" fmla="*/ 2885910 w 2885910"/>
                <a:gd name="connsiteY1" fmla="*/ 3176 h 3658026"/>
                <a:gd name="connsiteX2" fmla="*/ 279969 w 2885910"/>
                <a:gd name="connsiteY2" fmla="*/ 3658026 h 3658026"/>
                <a:gd name="connsiteX3" fmla="*/ 0 w 2885910"/>
                <a:gd name="connsiteY3" fmla="*/ 3653222 h 3658026"/>
                <a:gd name="connsiteX4" fmla="*/ 2757008 w 2885910"/>
                <a:gd name="connsiteY4" fmla="*/ 0 h 3658026"/>
                <a:gd name="connsiteX0" fmla="*/ 2757008 w 2885910"/>
                <a:gd name="connsiteY0" fmla="*/ 0 h 3658026"/>
                <a:gd name="connsiteX1" fmla="*/ 2885910 w 2885910"/>
                <a:gd name="connsiteY1" fmla="*/ 3176 h 3658026"/>
                <a:gd name="connsiteX2" fmla="*/ 159924 w 2885910"/>
                <a:gd name="connsiteY2" fmla="*/ 3658026 h 3658026"/>
                <a:gd name="connsiteX3" fmla="*/ 0 w 2885910"/>
                <a:gd name="connsiteY3" fmla="*/ 3653222 h 3658026"/>
                <a:gd name="connsiteX4" fmla="*/ 2757008 w 2885910"/>
                <a:gd name="connsiteY4" fmla="*/ 0 h 3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5910" h="3658026">
                  <a:moveTo>
                    <a:pt x="2757008" y="0"/>
                  </a:moveTo>
                  <a:lnTo>
                    <a:pt x="2885910" y="3176"/>
                  </a:lnTo>
                  <a:lnTo>
                    <a:pt x="159924" y="3658026"/>
                  </a:lnTo>
                  <a:lnTo>
                    <a:pt x="0" y="3653222"/>
                  </a:lnTo>
                  <a:lnTo>
                    <a:pt x="2757008" y="0"/>
                  </a:lnTo>
                  <a:close/>
                </a:path>
              </a:pathLst>
            </a:cu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3" name="Прямоугольник 2">
              <a:extLst>
                <a:ext uri="{FF2B5EF4-FFF2-40B4-BE49-F238E27FC236}">
                  <a16:creationId xmlns:a16="http://schemas.microsoft.com/office/drawing/2014/main" id="{185DDE27-9295-4E1A-937F-A8FC4E543106}"/>
                </a:ext>
              </a:extLst>
            </p:cNvPr>
            <p:cNvSpPr/>
            <p:nvPr/>
          </p:nvSpPr>
          <p:spPr>
            <a:xfrm>
              <a:off x="1333680" y="442165"/>
              <a:ext cx="6116091" cy="975756"/>
            </a:xfrm>
            <a:custGeom>
              <a:avLst/>
              <a:gdLst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10174941 w 10174941"/>
                <a:gd name="connsiteY2" fmla="*/ 3672170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485529 w 10174941"/>
                <a:gd name="connsiteY2" fmla="*/ 363631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6849035 w 10174941"/>
                <a:gd name="connsiteY2" fmla="*/ 3645276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10174941"/>
                <a:gd name="connsiteY0" fmla="*/ 0 h 3672170"/>
                <a:gd name="connsiteX1" fmla="*/ 10174941 w 10174941"/>
                <a:gd name="connsiteY1" fmla="*/ 0 h 3672170"/>
                <a:gd name="connsiteX2" fmla="*/ 7395135 w 10174941"/>
                <a:gd name="connsiteY2" fmla="*/ 3667501 h 3672170"/>
                <a:gd name="connsiteX3" fmla="*/ 0 w 10174941"/>
                <a:gd name="connsiteY3" fmla="*/ 3672170 h 3672170"/>
                <a:gd name="connsiteX4" fmla="*/ 0 w 10174941"/>
                <a:gd name="connsiteY4" fmla="*/ 0 h 3672170"/>
                <a:gd name="connsiteX0" fmla="*/ 0 w 9943166"/>
                <a:gd name="connsiteY0" fmla="*/ 0 h 3672170"/>
                <a:gd name="connsiteX1" fmla="*/ 9943166 w 9943166"/>
                <a:gd name="connsiteY1" fmla="*/ 57150 h 3672170"/>
                <a:gd name="connsiteX2" fmla="*/ 7395135 w 9943166"/>
                <a:gd name="connsiteY2" fmla="*/ 3667501 h 3672170"/>
                <a:gd name="connsiteX3" fmla="*/ 0 w 9943166"/>
                <a:gd name="connsiteY3" fmla="*/ 3672170 h 3672170"/>
                <a:gd name="connsiteX4" fmla="*/ 0 w 9943166"/>
                <a:gd name="connsiteY4" fmla="*/ 0 h 3672170"/>
                <a:gd name="connsiteX0" fmla="*/ 0 w 10149541"/>
                <a:gd name="connsiteY0" fmla="*/ 0 h 3672170"/>
                <a:gd name="connsiteX1" fmla="*/ 10149541 w 10149541"/>
                <a:gd name="connsiteY1" fmla="*/ 3175 h 3672170"/>
                <a:gd name="connsiteX2" fmla="*/ 7395135 w 10149541"/>
                <a:gd name="connsiteY2" fmla="*/ 3667501 h 3672170"/>
                <a:gd name="connsiteX3" fmla="*/ 0 w 10149541"/>
                <a:gd name="connsiteY3" fmla="*/ 3672170 h 3672170"/>
                <a:gd name="connsiteX4" fmla="*/ 0 w 10149541"/>
                <a:gd name="connsiteY4" fmla="*/ 0 h 3672170"/>
                <a:gd name="connsiteX0" fmla="*/ 0 w 24015599"/>
                <a:gd name="connsiteY0" fmla="*/ 16467 h 3668995"/>
                <a:gd name="connsiteX1" fmla="*/ 24015599 w 24015599"/>
                <a:gd name="connsiteY1" fmla="*/ 0 h 3668995"/>
                <a:gd name="connsiteX2" fmla="*/ 21261193 w 24015599"/>
                <a:gd name="connsiteY2" fmla="*/ 3664326 h 3668995"/>
                <a:gd name="connsiteX3" fmla="*/ 13866058 w 24015599"/>
                <a:gd name="connsiteY3" fmla="*/ 3668995 h 3668995"/>
                <a:gd name="connsiteX4" fmla="*/ 0 w 24015599"/>
                <a:gd name="connsiteY4" fmla="*/ 16467 h 3668995"/>
                <a:gd name="connsiteX0" fmla="*/ 0 w 40984827"/>
                <a:gd name="connsiteY0" fmla="*/ 0 h 3672170"/>
                <a:gd name="connsiteX1" fmla="*/ 40984827 w 40984827"/>
                <a:gd name="connsiteY1" fmla="*/ 3175 h 3672170"/>
                <a:gd name="connsiteX2" fmla="*/ 38230421 w 40984827"/>
                <a:gd name="connsiteY2" fmla="*/ 3667501 h 3672170"/>
                <a:gd name="connsiteX3" fmla="*/ 30835286 w 40984827"/>
                <a:gd name="connsiteY3" fmla="*/ 3672170 h 3672170"/>
                <a:gd name="connsiteX4" fmla="*/ 0 w 40984827"/>
                <a:gd name="connsiteY4" fmla="*/ 0 h 3672170"/>
                <a:gd name="connsiteX0" fmla="*/ 0 w 40984827"/>
                <a:gd name="connsiteY0" fmla="*/ 0 h 3711451"/>
                <a:gd name="connsiteX1" fmla="*/ 40984827 w 40984827"/>
                <a:gd name="connsiteY1" fmla="*/ 3175 h 3711451"/>
                <a:gd name="connsiteX2" fmla="*/ 38230421 w 40984827"/>
                <a:gd name="connsiteY2" fmla="*/ 3667501 h 3711451"/>
                <a:gd name="connsiteX3" fmla="*/ 11136056 w 40984827"/>
                <a:gd name="connsiteY3" fmla="*/ 3711451 h 3711451"/>
                <a:gd name="connsiteX4" fmla="*/ 0 w 40984827"/>
                <a:gd name="connsiteY4" fmla="*/ 0 h 3711451"/>
                <a:gd name="connsiteX0" fmla="*/ 0 w 40984827"/>
                <a:gd name="connsiteY0" fmla="*/ 0 h 3667501"/>
                <a:gd name="connsiteX1" fmla="*/ 40984827 w 40984827"/>
                <a:gd name="connsiteY1" fmla="*/ 3175 h 3667501"/>
                <a:gd name="connsiteX2" fmla="*/ 38230421 w 40984827"/>
                <a:gd name="connsiteY2" fmla="*/ 3667501 h 3667501"/>
                <a:gd name="connsiteX3" fmla="*/ 6265258 w 40984827"/>
                <a:gd name="connsiteY3" fmla="*/ 2375910 h 3667501"/>
                <a:gd name="connsiteX4" fmla="*/ 0 w 40984827"/>
                <a:gd name="connsiteY4" fmla="*/ 0 h 3667501"/>
                <a:gd name="connsiteX0" fmla="*/ 0 w 40984827"/>
                <a:gd name="connsiteY0" fmla="*/ 0 h 3691812"/>
                <a:gd name="connsiteX1" fmla="*/ 40984827 w 40984827"/>
                <a:gd name="connsiteY1" fmla="*/ 3175 h 3691812"/>
                <a:gd name="connsiteX2" fmla="*/ 38230421 w 40984827"/>
                <a:gd name="connsiteY2" fmla="*/ 3667501 h 3691812"/>
                <a:gd name="connsiteX3" fmla="*/ 39281 w 40984827"/>
                <a:gd name="connsiteY3" fmla="*/ 3691812 h 3691812"/>
                <a:gd name="connsiteX4" fmla="*/ 0 w 40984827"/>
                <a:gd name="connsiteY4" fmla="*/ 0 h 3691812"/>
                <a:gd name="connsiteX0" fmla="*/ 5056167 w 46040994"/>
                <a:gd name="connsiteY0" fmla="*/ 0 h 3691812"/>
                <a:gd name="connsiteX1" fmla="*/ 46040994 w 46040994"/>
                <a:gd name="connsiteY1" fmla="*/ 3175 h 3691812"/>
                <a:gd name="connsiteX2" fmla="*/ 43286588 w 46040994"/>
                <a:gd name="connsiteY2" fmla="*/ 3667501 h 3691812"/>
                <a:gd name="connsiteX3" fmla="*/ 0 w 46040994"/>
                <a:gd name="connsiteY3" fmla="*/ 3691812 h 3691812"/>
                <a:gd name="connsiteX4" fmla="*/ 5056167 w 46040994"/>
                <a:gd name="connsiteY4" fmla="*/ 0 h 3691812"/>
                <a:gd name="connsiteX0" fmla="*/ 20665 w 46040994"/>
                <a:gd name="connsiteY0" fmla="*/ 11810 h 3688635"/>
                <a:gd name="connsiteX1" fmla="*/ 46040994 w 46040994"/>
                <a:gd name="connsiteY1" fmla="*/ -2 h 3688635"/>
                <a:gd name="connsiteX2" fmla="*/ 43286588 w 46040994"/>
                <a:gd name="connsiteY2" fmla="*/ 3664324 h 3688635"/>
                <a:gd name="connsiteX3" fmla="*/ 0 w 46040994"/>
                <a:gd name="connsiteY3" fmla="*/ 3688635 h 3688635"/>
                <a:gd name="connsiteX4" fmla="*/ 20665 w 46040994"/>
                <a:gd name="connsiteY4" fmla="*/ 11810 h 3688635"/>
                <a:gd name="connsiteX0" fmla="*/ 1 w 46020330"/>
                <a:gd name="connsiteY0" fmla="*/ 11812 h 3688637"/>
                <a:gd name="connsiteX1" fmla="*/ 46020330 w 46020330"/>
                <a:gd name="connsiteY1" fmla="*/ 0 h 3688637"/>
                <a:gd name="connsiteX2" fmla="*/ 43265924 w 46020330"/>
                <a:gd name="connsiteY2" fmla="*/ 3664326 h 3688637"/>
                <a:gd name="connsiteX3" fmla="*/ 22893300 w 46020330"/>
                <a:gd name="connsiteY3" fmla="*/ 3688637 h 3688637"/>
                <a:gd name="connsiteX4" fmla="*/ 1 w 46020330"/>
                <a:gd name="connsiteY4" fmla="*/ 11812 h 3688637"/>
                <a:gd name="connsiteX0" fmla="*/ 20664 w 23127030"/>
                <a:gd name="connsiteY0" fmla="*/ 11812 h 3688637"/>
                <a:gd name="connsiteX1" fmla="*/ 23127030 w 23127030"/>
                <a:gd name="connsiteY1" fmla="*/ 0 h 3688637"/>
                <a:gd name="connsiteX2" fmla="*/ 20372624 w 23127030"/>
                <a:gd name="connsiteY2" fmla="*/ 3664326 h 3688637"/>
                <a:gd name="connsiteX3" fmla="*/ 0 w 23127030"/>
                <a:gd name="connsiteY3" fmla="*/ 3688637 h 3688637"/>
                <a:gd name="connsiteX4" fmla="*/ 20664 w 23127030"/>
                <a:gd name="connsiteY4" fmla="*/ 11812 h 3688637"/>
                <a:gd name="connsiteX0" fmla="*/ 6737 w 23113103"/>
                <a:gd name="connsiteY0" fmla="*/ 11812 h 3688637"/>
                <a:gd name="connsiteX1" fmla="*/ 23113103 w 23113103"/>
                <a:gd name="connsiteY1" fmla="*/ 0 h 3688637"/>
                <a:gd name="connsiteX2" fmla="*/ 20358697 w 23113103"/>
                <a:gd name="connsiteY2" fmla="*/ 3664326 h 3688637"/>
                <a:gd name="connsiteX3" fmla="*/ 0 w 23113103"/>
                <a:gd name="connsiteY3" fmla="*/ 3688637 h 3688637"/>
                <a:gd name="connsiteX4" fmla="*/ 6737 w 23113103"/>
                <a:gd name="connsiteY4" fmla="*/ 11812 h 3688637"/>
                <a:gd name="connsiteX0" fmla="*/ 288 w 23120580"/>
                <a:gd name="connsiteY0" fmla="*/ 11812 h 3688637"/>
                <a:gd name="connsiteX1" fmla="*/ 23120580 w 23120580"/>
                <a:gd name="connsiteY1" fmla="*/ 0 h 3688637"/>
                <a:gd name="connsiteX2" fmla="*/ 20366174 w 23120580"/>
                <a:gd name="connsiteY2" fmla="*/ 3664326 h 3688637"/>
                <a:gd name="connsiteX3" fmla="*/ 7477 w 23120580"/>
                <a:gd name="connsiteY3" fmla="*/ 3688637 h 3688637"/>
                <a:gd name="connsiteX4" fmla="*/ 288 w 23120580"/>
                <a:gd name="connsiteY4" fmla="*/ 11812 h 3688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120580" h="3688637">
                  <a:moveTo>
                    <a:pt x="288" y="11812"/>
                  </a:moveTo>
                  <a:lnTo>
                    <a:pt x="23120580" y="0"/>
                  </a:lnTo>
                  <a:lnTo>
                    <a:pt x="20366174" y="3664326"/>
                  </a:lnTo>
                  <a:lnTo>
                    <a:pt x="7477" y="3688637"/>
                  </a:lnTo>
                  <a:cubicBezTo>
                    <a:pt x="9723" y="2463029"/>
                    <a:pt x="-1958" y="1237420"/>
                    <a:pt x="288" y="11812"/>
                  </a:cubicBezTo>
                  <a:close/>
                </a:path>
              </a:pathLst>
            </a:cu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505CFCE-8A0F-4669-8B9B-ED253E489688}"/>
              </a:ext>
            </a:extLst>
          </p:cNvPr>
          <p:cNvSpPr txBox="1"/>
          <p:nvPr/>
        </p:nvSpPr>
        <p:spPr>
          <a:xfrm>
            <a:off x="1070588" y="2124315"/>
            <a:ext cx="156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endParaRPr lang="ru-RU" sz="3600" b="1" spc="150" dirty="0">
              <a:ln w="15875" cap="sq">
                <a:solidFill>
                  <a:schemeClr val="tx1"/>
                </a:solidFill>
                <a:miter lim="800000"/>
              </a:ln>
              <a:solidFill>
                <a:srgbClr val="002060"/>
              </a:solidFill>
              <a:latin typeface="Mont Black" panose="00000A00000000000000" pitchFamily="2" charset="0"/>
              <a:ea typeface="Verdan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473677-A8F6-4FC9-8793-1C0F72D5E0F3}"/>
              </a:ext>
            </a:extLst>
          </p:cNvPr>
          <p:cNvSpPr txBox="1"/>
          <p:nvPr/>
        </p:nvSpPr>
        <p:spPr>
          <a:xfrm>
            <a:off x="1461770" y="2360705"/>
            <a:ext cx="1019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модуля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A644E5-0573-47E7-9881-ED7351DDAE28}"/>
              </a:ext>
            </a:extLst>
          </p:cNvPr>
          <p:cNvSpPr txBox="1"/>
          <p:nvPr/>
        </p:nvSpPr>
        <p:spPr>
          <a:xfrm>
            <a:off x="2383644" y="2079230"/>
            <a:ext cx="156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00326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sz="3600" dirty="0">
                <a:solidFill>
                  <a:srgbClr val="002060"/>
                </a:solidFill>
              </a:rPr>
              <a:t>16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4DBAFB-5642-46D7-9744-61D9EA13667E}"/>
              </a:ext>
            </a:extLst>
          </p:cNvPr>
          <p:cNvSpPr txBox="1"/>
          <p:nvPr/>
        </p:nvSpPr>
        <p:spPr>
          <a:xfrm>
            <a:off x="3077780" y="2360705"/>
            <a:ext cx="1257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очных дней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745D96-AB5A-4D34-9904-BAE546964DC6}"/>
              </a:ext>
            </a:extLst>
          </p:cNvPr>
          <p:cNvSpPr txBox="1"/>
          <p:nvPr/>
        </p:nvSpPr>
        <p:spPr>
          <a:xfrm>
            <a:off x="6281490" y="2079230"/>
            <a:ext cx="1610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190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38B36E-87C2-471A-B5F4-4AC7548D88D9}"/>
              </a:ext>
            </a:extLst>
          </p:cNvPr>
          <p:cNvSpPr txBox="1"/>
          <p:nvPr/>
        </p:nvSpPr>
        <p:spPr>
          <a:xfrm>
            <a:off x="7352133" y="2229066"/>
            <a:ext cx="1722570" cy="403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ru-RU" sz="1400" dirty="0"/>
              <a:t>академических часов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EC67D1-C483-4411-B712-80B744B2E0E1}"/>
              </a:ext>
            </a:extLst>
          </p:cNvPr>
          <p:cNvSpPr txBox="1"/>
          <p:nvPr/>
        </p:nvSpPr>
        <p:spPr>
          <a:xfrm>
            <a:off x="4762128" y="2234556"/>
            <a:ext cx="1550031" cy="403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ru-RU" sz="1400" dirty="0"/>
              <a:t>межмодульная работа</a:t>
            </a:r>
          </a:p>
        </p:txBody>
      </p:sp>
      <p:sp>
        <p:nvSpPr>
          <p:cNvPr id="51" name="Полилиния: фигура 50">
            <a:extLst>
              <a:ext uri="{FF2B5EF4-FFF2-40B4-BE49-F238E27FC236}">
                <a16:creationId xmlns:a16="http://schemas.microsoft.com/office/drawing/2014/main" id="{B3826737-CF6F-4FBE-915C-63FFE61D1E8B}"/>
              </a:ext>
            </a:extLst>
          </p:cNvPr>
          <p:cNvSpPr/>
          <p:nvPr/>
        </p:nvSpPr>
        <p:spPr>
          <a:xfrm>
            <a:off x="4428140" y="2207468"/>
            <a:ext cx="365043" cy="389854"/>
          </a:xfrm>
          <a:custGeom>
            <a:avLst/>
            <a:gdLst>
              <a:gd name="connsiteX0" fmla="*/ 384930 w 485906"/>
              <a:gd name="connsiteY0" fmla="*/ 0 h 518932"/>
              <a:gd name="connsiteX1" fmla="*/ 485906 w 485906"/>
              <a:gd name="connsiteY1" fmla="*/ 0 h 518932"/>
              <a:gd name="connsiteX2" fmla="*/ 396619 w 485906"/>
              <a:gd name="connsiteY2" fmla="*/ 195629 h 518932"/>
              <a:gd name="connsiteX3" fmla="*/ 249060 w 485906"/>
              <a:gd name="connsiteY3" fmla="*/ 518932 h 518932"/>
              <a:gd name="connsiteX4" fmla="*/ 248534 w 485906"/>
              <a:gd name="connsiteY4" fmla="*/ 518932 h 518932"/>
              <a:gd name="connsiteX5" fmla="*/ 148085 w 485906"/>
              <a:gd name="connsiteY5" fmla="*/ 518932 h 518932"/>
              <a:gd name="connsiteX6" fmla="*/ 147559 w 485906"/>
              <a:gd name="connsiteY6" fmla="*/ 518932 h 518932"/>
              <a:gd name="connsiteX7" fmla="*/ 0 w 485906"/>
              <a:gd name="connsiteY7" fmla="*/ 195629 h 518932"/>
              <a:gd name="connsiteX8" fmla="*/ 100976 w 485906"/>
              <a:gd name="connsiteY8" fmla="*/ 195629 h 518932"/>
              <a:gd name="connsiteX9" fmla="*/ 198309 w 485906"/>
              <a:gd name="connsiteY9" fmla="*/ 408889 h 518932"/>
              <a:gd name="connsiteX10" fmla="*/ 295643 w 485906"/>
              <a:gd name="connsiteY10" fmla="*/ 195629 h 518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906" h="518932">
                <a:moveTo>
                  <a:pt x="384930" y="0"/>
                </a:moveTo>
                <a:lnTo>
                  <a:pt x="485906" y="0"/>
                </a:lnTo>
                <a:lnTo>
                  <a:pt x="396619" y="195629"/>
                </a:lnTo>
                <a:lnTo>
                  <a:pt x="249060" y="518932"/>
                </a:lnTo>
                <a:lnTo>
                  <a:pt x="248534" y="518932"/>
                </a:lnTo>
                <a:lnTo>
                  <a:pt x="148085" y="518932"/>
                </a:lnTo>
                <a:lnTo>
                  <a:pt x="147559" y="518932"/>
                </a:lnTo>
                <a:lnTo>
                  <a:pt x="0" y="195629"/>
                </a:lnTo>
                <a:lnTo>
                  <a:pt x="100976" y="195629"/>
                </a:lnTo>
                <a:lnTo>
                  <a:pt x="198309" y="408889"/>
                </a:lnTo>
                <a:lnTo>
                  <a:pt x="295643" y="195629"/>
                </a:lnTo>
                <a:close/>
              </a:path>
            </a:pathLst>
          </a:custGeom>
          <a:solidFill>
            <a:srgbClr val="003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400" dirty="0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DCD4F042-8AA3-57D3-F6A2-40F7A6432D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77673" y="3566756"/>
            <a:ext cx="2188847" cy="452509"/>
          </a:xfrm>
        </p:spPr>
        <p:txBody>
          <a:bodyPr/>
          <a:lstStyle/>
          <a:p>
            <a:r>
              <a:rPr lang="ru-RU" dirty="0"/>
              <a:t>РЖД: </a:t>
            </a:r>
            <a:br>
              <a:rPr lang="ru-RU" dirty="0"/>
            </a:br>
            <a:r>
              <a:rPr lang="ru-RU" dirty="0"/>
              <a:t>содержание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4FB84C9-AA8E-42F6-A1A7-48C0BC608A12}"/>
              </a:ext>
            </a:extLst>
          </p:cNvPr>
          <p:cNvSpPr/>
          <p:nvPr/>
        </p:nvSpPr>
        <p:spPr>
          <a:xfrm>
            <a:off x="8165882" y="3179317"/>
            <a:ext cx="2695194" cy="94845"/>
          </a:xfrm>
          <a:prstGeom prst="rect">
            <a:avLst/>
          </a:prstGeom>
          <a:solidFill>
            <a:srgbClr val="002060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91BC08C7-56E7-4B5B-AC6A-3D8F65808AE8}"/>
              </a:ext>
            </a:extLst>
          </p:cNvPr>
          <p:cNvSpPr/>
          <p:nvPr/>
        </p:nvSpPr>
        <p:spPr>
          <a:xfrm>
            <a:off x="4687441" y="3179317"/>
            <a:ext cx="2695194" cy="94845"/>
          </a:xfrm>
          <a:prstGeom prst="rect">
            <a:avLst/>
          </a:prstGeom>
          <a:solidFill>
            <a:srgbClr val="002060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F7F61425-1BD6-4A87-8B9F-5123E9BC083B}"/>
              </a:ext>
            </a:extLst>
          </p:cNvPr>
          <p:cNvSpPr/>
          <p:nvPr/>
        </p:nvSpPr>
        <p:spPr>
          <a:xfrm>
            <a:off x="1215459" y="3179317"/>
            <a:ext cx="2695194" cy="94845"/>
          </a:xfrm>
          <a:prstGeom prst="rect">
            <a:avLst/>
          </a:prstGeom>
          <a:solidFill>
            <a:srgbClr val="002060"/>
          </a:solidFill>
          <a:ln w="3175">
            <a:solidFill>
              <a:schemeClr val="tx1"/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AEFA270-91AA-4F57-8DEB-99B04C53F018}"/>
              </a:ext>
            </a:extLst>
          </p:cNvPr>
          <p:cNvGrpSpPr/>
          <p:nvPr/>
        </p:nvGrpSpPr>
        <p:grpSpPr>
          <a:xfrm>
            <a:off x="587592" y="1133587"/>
            <a:ext cx="5657973" cy="1275136"/>
            <a:chOff x="654186" y="1472916"/>
            <a:chExt cx="3752791" cy="845765"/>
          </a:xfrm>
        </p:grpSpPr>
        <p:pic>
          <p:nvPicPr>
            <p:cNvPr id="52" name="Рисунок 51">
              <a:extLst>
                <a:ext uri="{FF2B5EF4-FFF2-40B4-BE49-F238E27FC236}">
                  <a16:creationId xmlns:a16="http://schemas.microsoft.com/office/drawing/2014/main" id="{CD9B771E-399D-4851-AE3A-12549B7B1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>
              <a:off x="654186" y="1557441"/>
              <a:ext cx="2298335" cy="694072"/>
            </a:xfrm>
            <a:prstGeom prst="rect">
              <a:avLst/>
            </a:prstGeom>
          </p:spPr>
        </p:pic>
        <p:pic>
          <p:nvPicPr>
            <p:cNvPr id="62" name="Рисунок 61">
              <a:extLst>
                <a:ext uri="{FF2B5EF4-FFF2-40B4-BE49-F238E27FC236}">
                  <a16:creationId xmlns:a16="http://schemas.microsoft.com/office/drawing/2014/main" id="{FF385E0D-BA55-460A-8585-760463F54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 bwMode="auto">
            <a:xfrm>
              <a:off x="2288377" y="1472916"/>
              <a:ext cx="2118600" cy="8457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43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Прямоугольник: скругленные углы 149">
            <a:extLst>
              <a:ext uri="{FF2B5EF4-FFF2-40B4-BE49-F238E27FC236}">
                <a16:creationId xmlns:a16="http://schemas.microsoft.com/office/drawing/2014/main" id="{EFA13FF7-30D6-48ED-A9B1-FEAFACDBD8B2}"/>
              </a:ext>
            </a:extLst>
          </p:cNvPr>
          <p:cNvSpPr/>
          <p:nvPr/>
        </p:nvSpPr>
        <p:spPr>
          <a:xfrm>
            <a:off x="8348366" y="2886075"/>
            <a:ext cx="2446633" cy="1715826"/>
          </a:xfrm>
          <a:prstGeom prst="roundRect">
            <a:avLst>
              <a:gd name="adj" fmla="val 22216"/>
            </a:avLst>
          </a:prstGeom>
          <a:solidFill>
            <a:schemeClr val="bg1"/>
          </a:solidFill>
          <a:ln w="15875">
            <a:solidFill>
              <a:srgbClr val="003262"/>
            </a:solidFill>
          </a:ln>
          <a:effectLst>
            <a:outerShdw blurRad="7239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111" name="Прямоугольник: скругленные углы 1">
            <a:extLst>
              <a:ext uri="{FF2B5EF4-FFF2-40B4-BE49-F238E27FC236}">
                <a16:creationId xmlns:a16="http://schemas.microsoft.com/office/drawing/2014/main" id="{000E4BA9-6A22-40E5-AB76-4BD23CF5A48F}"/>
              </a:ext>
            </a:extLst>
          </p:cNvPr>
          <p:cNvSpPr/>
          <p:nvPr/>
        </p:nvSpPr>
        <p:spPr>
          <a:xfrm>
            <a:off x="481542" y="2044700"/>
            <a:ext cx="1262388" cy="909359"/>
          </a:xfrm>
          <a:prstGeom prst="roundRect">
            <a:avLst>
              <a:gd name="adj" fmla="val 1706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D4A6F111-FD77-42F9-A35E-A8C94AED98C0}"/>
              </a:ext>
            </a:extLst>
          </p:cNvPr>
          <p:cNvSpPr/>
          <p:nvPr/>
        </p:nvSpPr>
        <p:spPr>
          <a:xfrm>
            <a:off x="1287893" y="2453808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4293F464-5982-4C29-A25A-2B1F3D239D6D}"/>
              </a:ext>
            </a:extLst>
          </p:cNvPr>
          <p:cNvSpPr/>
          <p:nvPr/>
        </p:nvSpPr>
        <p:spPr>
          <a:xfrm>
            <a:off x="1287893" y="2617319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0724321-F6BB-443C-8586-D85EF95C87E7}"/>
              </a:ext>
            </a:extLst>
          </p:cNvPr>
          <p:cNvSpPr/>
          <p:nvPr/>
        </p:nvSpPr>
        <p:spPr>
          <a:xfrm>
            <a:off x="827825" y="2453808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20">
            <a:extLst>
              <a:ext uri="{FF2B5EF4-FFF2-40B4-BE49-F238E27FC236}">
                <a16:creationId xmlns:a16="http://schemas.microsoft.com/office/drawing/2014/main" id="{7559C961-7F41-930D-6D12-6477A1D33D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3534" y="365125"/>
            <a:ext cx="882015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3200" b="1" spc="150" dirty="0">
                <a:ln w="15875"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</a:rPr>
              <a:t>ПРОФЕССИОНАЛЬНЫЕ КОМПЕТЕНЦИИ:</a:t>
            </a:r>
            <a:br>
              <a:rPr lang="ru-RU" sz="3200" b="1" spc="150" dirty="0">
                <a:ln w="15875"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000" spc="150" dirty="0">
                <a:ln w="15875" cap="sq">
                  <a:solidFill>
                    <a:schemeClr val="tx1"/>
                  </a:solidFill>
                  <a:miter lim="800000"/>
                </a:ln>
                <a:latin typeface="Verdana" panose="020B0604030504040204" pitchFamily="34" charset="0"/>
                <a:ea typeface="Verdana" panose="020B0604030504040204" pitchFamily="34" charset="0"/>
              </a:rPr>
              <a:t>МАСШТАБИРОВАНИЕ</a:t>
            </a:r>
          </a:p>
        </p:txBody>
      </p:sp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A61E235A-85A4-4FF7-912F-F41CA7415AB8}"/>
              </a:ext>
            </a:extLst>
          </p:cNvPr>
          <p:cNvGrpSpPr/>
          <p:nvPr/>
        </p:nvGrpSpPr>
        <p:grpSpPr>
          <a:xfrm>
            <a:off x="1415640" y="1815888"/>
            <a:ext cx="277739" cy="446590"/>
            <a:chOff x="3917156" y="7378969"/>
            <a:chExt cx="216339" cy="347862"/>
          </a:xfrm>
        </p:grpSpPr>
        <p:pic>
          <p:nvPicPr>
            <p:cNvPr id="113" name="Рисунок 112">
              <a:extLst>
                <a:ext uri="{FF2B5EF4-FFF2-40B4-BE49-F238E27FC236}">
                  <a16:creationId xmlns:a16="http://schemas.microsoft.com/office/drawing/2014/main" id="{5310A605-EBCD-4773-A795-A57842634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121" name="Рисунок 120">
              <a:extLst>
                <a:ext uri="{FF2B5EF4-FFF2-40B4-BE49-F238E27FC236}">
                  <a16:creationId xmlns:a16="http://schemas.microsoft.com/office/drawing/2014/main" id="{FA688C51-256A-40F3-89FB-99BCE0667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E2B8787E-4747-48E1-8318-68C0A74FF389}"/>
              </a:ext>
            </a:extLst>
          </p:cNvPr>
          <p:cNvSpPr txBox="1"/>
          <p:nvPr/>
        </p:nvSpPr>
        <p:spPr>
          <a:xfrm>
            <a:off x="478809" y="2040570"/>
            <a:ext cx="729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rgbClr val="003262"/>
                </a:solidFill>
                <a:latin typeface="Mont Bold" pitchFamily="2" charset="0"/>
              </a:rPr>
              <a:t>ПГУПС</a:t>
            </a:r>
          </a:p>
        </p:txBody>
      </p:sp>
      <p:graphicFrame>
        <p:nvGraphicFramePr>
          <p:cNvPr id="33" name="Таблица 35">
            <a:extLst>
              <a:ext uri="{FF2B5EF4-FFF2-40B4-BE49-F238E27FC236}">
                <a16:creationId xmlns:a16="http://schemas.microsoft.com/office/drawing/2014/main" id="{216E2AE4-704B-4ED6-B233-6AD2532A3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038767"/>
              </p:ext>
            </p:extLst>
          </p:nvPr>
        </p:nvGraphicFramePr>
        <p:xfrm>
          <a:off x="481542" y="2283499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2F6FE92-2BA2-460E-8B6B-137BBF34BE4E}"/>
              </a:ext>
            </a:extLst>
          </p:cNvPr>
          <p:cNvSpPr txBox="1"/>
          <p:nvPr/>
        </p:nvSpPr>
        <p:spPr>
          <a:xfrm>
            <a:off x="815676" y="2241457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E11EB40-39D5-4DDC-B640-A50DE1CE02E2}"/>
              </a:ext>
            </a:extLst>
          </p:cNvPr>
          <p:cNvSpPr txBox="1"/>
          <p:nvPr/>
        </p:nvSpPr>
        <p:spPr>
          <a:xfrm>
            <a:off x="1283867" y="2241457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F87B0D8-60B5-46E1-BBA4-04D3FC7062F8}"/>
              </a:ext>
            </a:extLst>
          </p:cNvPr>
          <p:cNvSpPr txBox="1"/>
          <p:nvPr/>
        </p:nvSpPr>
        <p:spPr>
          <a:xfrm>
            <a:off x="421119" y="2404796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2FC98FB-036E-4ABF-A510-EBBF31F444CA}"/>
              </a:ext>
            </a:extLst>
          </p:cNvPr>
          <p:cNvSpPr txBox="1"/>
          <p:nvPr/>
        </p:nvSpPr>
        <p:spPr>
          <a:xfrm>
            <a:off x="421119" y="2579249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F21A1E6-C004-41CF-88AE-E606446A6EAC}"/>
              </a:ext>
            </a:extLst>
          </p:cNvPr>
          <p:cNvSpPr txBox="1"/>
          <p:nvPr/>
        </p:nvSpPr>
        <p:spPr>
          <a:xfrm>
            <a:off x="421119" y="2748634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179" name="Прямоугольник: скругленные углы 1">
            <a:extLst>
              <a:ext uri="{FF2B5EF4-FFF2-40B4-BE49-F238E27FC236}">
                <a16:creationId xmlns:a16="http://schemas.microsoft.com/office/drawing/2014/main" id="{2648E6C4-DEB2-4784-BBCD-B64C867B4E35}"/>
              </a:ext>
            </a:extLst>
          </p:cNvPr>
          <p:cNvSpPr/>
          <p:nvPr/>
        </p:nvSpPr>
        <p:spPr>
          <a:xfrm>
            <a:off x="1268843" y="3080113"/>
            <a:ext cx="1262388" cy="909359"/>
          </a:xfrm>
          <a:prstGeom prst="roundRect">
            <a:avLst>
              <a:gd name="adj" fmla="val 3142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300" name="Прямоугольник 299">
            <a:extLst>
              <a:ext uri="{FF2B5EF4-FFF2-40B4-BE49-F238E27FC236}">
                <a16:creationId xmlns:a16="http://schemas.microsoft.com/office/drawing/2014/main" id="{4AEE7969-B20C-42C0-8769-AD63002812A6}"/>
              </a:ext>
            </a:extLst>
          </p:cNvPr>
          <p:cNvSpPr/>
          <p:nvPr/>
        </p:nvSpPr>
        <p:spPr>
          <a:xfrm>
            <a:off x="2075194" y="3820665"/>
            <a:ext cx="452859" cy="165009"/>
          </a:xfrm>
          <a:prstGeom prst="rect">
            <a:avLst/>
          </a:prstGeom>
          <a:solidFill>
            <a:srgbClr val="26A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BB020194-2847-408F-9F10-0601CECA3264}"/>
              </a:ext>
            </a:extLst>
          </p:cNvPr>
          <p:cNvSpPr/>
          <p:nvPr/>
        </p:nvSpPr>
        <p:spPr>
          <a:xfrm>
            <a:off x="2075194" y="3489221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9" name="Прямоугольник 298">
            <a:extLst>
              <a:ext uri="{FF2B5EF4-FFF2-40B4-BE49-F238E27FC236}">
                <a16:creationId xmlns:a16="http://schemas.microsoft.com/office/drawing/2014/main" id="{E2A280C2-33D2-4949-A97B-AFC1FC2EFA37}"/>
              </a:ext>
            </a:extLst>
          </p:cNvPr>
          <p:cNvSpPr/>
          <p:nvPr/>
        </p:nvSpPr>
        <p:spPr>
          <a:xfrm>
            <a:off x="1614269" y="3652732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56C630A-BB36-4FB1-850B-17FDDCE3A19A}"/>
              </a:ext>
            </a:extLst>
          </p:cNvPr>
          <p:cNvSpPr/>
          <p:nvPr/>
        </p:nvSpPr>
        <p:spPr>
          <a:xfrm>
            <a:off x="2075194" y="3652732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EA193070-E22E-4294-A807-1973AC279B07}"/>
              </a:ext>
            </a:extLst>
          </p:cNvPr>
          <p:cNvSpPr/>
          <p:nvPr/>
        </p:nvSpPr>
        <p:spPr>
          <a:xfrm>
            <a:off x="1615126" y="3489221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3" name="Группа 182">
            <a:extLst>
              <a:ext uri="{FF2B5EF4-FFF2-40B4-BE49-F238E27FC236}">
                <a16:creationId xmlns:a16="http://schemas.microsoft.com/office/drawing/2014/main" id="{C31D2ADD-C087-4143-9960-22E6485CEDED}"/>
              </a:ext>
            </a:extLst>
          </p:cNvPr>
          <p:cNvGrpSpPr/>
          <p:nvPr/>
        </p:nvGrpSpPr>
        <p:grpSpPr>
          <a:xfrm>
            <a:off x="2202941" y="2851301"/>
            <a:ext cx="277739" cy="446590"/>
            <a:chOff x="3917156" y="7378969"/>
            <a:chExt cx="216339" cy="347862"/>
          </a:xfrm>
        </p:grpSpPr>
        <p:pic>
          <p:nvPicPr>
            <p:cNvPr id="184" name="Рисунок 183">
              <a:extLst>
                <a:ext uri="{FF2B5EF4-FFF2-40B4-BE49-F238E27FC236}">
                  <a16:creationId xmlns:a16="http://schemas.microsoft.com/office/drawing/2014/main" id="{87FA01F1-0002-4E6C-9045-3A14D40B5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185" name="Рисунок 184">
              <a:extLst>
                <a:ext uri="{FF2B5EF4-FFF2-40B4-BE49-F238E27FC236}">
                  <a16:creationId xmlns:a16="http://schemas.microsoft.com/office/drawing/2014/main" id="{33A71DD2-2BF9-4DD9-88DB-E5F01D5F5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EC64EBAB-D94E-49AB-8A1A-3BDE66C36706}"/>
              </a:ext>
            </a:extLst>
          </p:cNvPr>
          <p:cNvSpPr txBox="1"/>
          <p:nvPr/>
        </p:nvSpPr>
        <p:spPr>
          <a:xfrm>
            <a:off x="1266109" y="3075983"/>
            <a:ext cx="10636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rgbClr val="003262"/>
                </a:solidFill>
                <a:latin typeface="Mont Bold" pitchFamily="2" charset="0"/>
              </a:rPr>
              <a:t>РУТ (МИИТ)</a:t>
            </a:r>
          </a:p>
        </p:txBody>
      </p:sp>
      <p:graphicFrame>
        <p:nvGraphicFramePr>
          <p:cNvPr id="187" name="Таблица 35">
            <a:extLst>
              <a:ext uri="{FF2B5EF4-FFF2-40B4-BE49-F238E27FC236}">
                <a16:creationId xmlns:a16="http://schemas.microsoft.com/office/drawing/2014/main" id="{0A363959-A7AE-4519-B927-A56420E39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813542"/>
              </p:ext>
            </p:extLst>
          </p:nvPr>
        </p:nvGraphicFramePr>
        <p:xfrm>
          <a:off x="1268843" y="3318912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sp>
        <p:nvSpPr>
          <p:cNvPr id="188" name="TextBox 187">
            <a:extLst>
              <a:ext uri="{FF2B5EF4-FFF2-40B4-BE49-F238E27FC236}">
                <a16:creationId xmlns:a16="http://schemas.microsoft.com/office/drawing/2014/main" id="{B1C8785D-9F1E-405C-8212-D0900559B48F}"/>
              </a:ext>
            </a:extLst>
          </p:cNvPr>
          <p:cNvSpPr txBox="1"/>
          <p:nvPr/>
        </p:nvSpPr>
        <p:spPr>
          <a:xfrm>
            <a:off x="1602977" y="3276870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1FFB3D6-B053-4A4E-90F1-395D13124D9F}"/>
              </a:ext>
            </a:extLst>
          </p:cNvPr>
          <p:cNvSpPr txBox="1"/>
          <p:nvPr/>
        </p:nvSpPr>
        <p:spPr>
          <a:xfrm>
            <a:off x="2071168" y="3276870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4B8ED61A-D8F2-4D40-973A-6D4023A790F2}"/>
              </a:ext>
            </a:extLst>
          </p:cNvPr>
          <p:cNvSpPr txBox="1"/>
          <p:nvPr/>
        </p:nvSpPr>
        <p:spPr>
          <a:xfrm>
            <a:off x="1208420" y="3440209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740D1C1-D517-4498-B019-AB3B7248AE31}"/>
              </a:ext>
            </a:extLst>
          </p:cNvPr>
          <p:cNvSpPr txBox="1"/>
          <p:nvPr/>
        </p:nvSpPr>
        <p:spPr>
          <a:xfrm>
            <a:off x="1208420" y="3614662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D895AF0-AF2C-4F3C-AF1F-A75D312682CC}"/>
              </a:ext>
            </a:extLst>
          </p:cNvPr>
          <p:cNvSpPr txBox="1"/>
          <p:nvPr/>
        </p:nvSpPr>
        <p:spPr>
          <a:xfrm>
            <a:off x="1208420" y="3784047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193" name="Прямоугольник: скругленные углы 1">
            <a:extLst>
              <a:ext uri="{FF2B5EF4-FFF2-40B4-BE49-F238E27FC236}">
                <a16:creationId xmlns:a16="http://schemas.microsoft.com/office/drawing/2014/main" id="{2AE21B9C-CE2A-432F-B0F0-2D31245F3C5A}"/>
              </a:ext>
            </a:extLst>
          </p:cNvPr>
          <p:cNvSpPr/>
          <p:nvPr/>
        </p:nvSpPr>
        <p:spPr>
          <a:xfrm>
            <a:off x="109033" y="4071700"/>
            <a:ext cx="1262388" cy="909359"/>
          </a:xfrm>
          <a:prstGeom prst="roundRect">
            <a:avLst>
              <a:gd name="adj" fmla="val 1706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194" name="Прямоугольник 193">
            <a:extLst>
              <a:ext uri="{FF2B5EF4-FFF2-40B4-BE49-F238E27FC236}">
                <a16:creationId xmlns:a16="http://schemas.microsoft.com/office/drawing/2014/main" id="{3F4436AC-37BB-479C-AAEF-2724D08D062A}"/>
              </a:ext>
            </a:extLst>
          </p:cNvPr>
          <p:cNvSpPr/>
          <p:nvPr/>
        </p:nvSpPr>
        <p:spPr>
          <a:xfrm>
            <a:off x="915384" y="4480808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5" name="Прямоугольник 194">
            <a:extLst>
              <a:ext uri="{FF2B5EF4-FFF2-40B4-BE49-F238E27FC236}">
                <a16:creationId xmlns:a16="http://schemas.microsoft.com/office/drawing/2014/main" id="{F667B8BF-E42F-46E7-9CF6-FE2926DE4DBD}"/>
              </a:ext>
            </a:extLst>
          </p:cNvPr>
          <p:cNvSpPr/>
          <p:nvPr/>
        </p:nvSpPr>
        <p:spPr>
          <a:xfrm>
            <a:off x="915384" y="4644319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271C0E65-80D3-4A9F-8726-696A9F9E73DA}"/>
              </a:ext>
            </a:extLst>
          </p:cNvPr>
          <p:cNvGrpSpPr/>
          <p:nvPr/>
        </p:nvGrpSpPr>
        <p:grpSpPr>
          <a:xfrm>
            <a:off x="1043131" y="3842888"/>
            <a:ext cx="277739" cy="446590"/>
            <a:chOff x="3917156" y="7378969"/>
            <a:chExt cx="216339" cy="347862"/>
          </a:xfrm>
        </p:grpSpPr>
        <p:pic>
          <p:nvPicPr>
            <p:cNvPr id="198" name="Рисунок 197">
              <a:extLst>
                <a:ext uri="{FF2B5EF4-FFF2-40B4-BE49-F238E27FC236}">
                  <a16:creationId xmlns:a16="http://schemas.microsoft.com/office/drawing/2014/main" id="{EDB6261B-0E6C-46B3-94AA-2E266ACDD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199" name="Рисунок 198">
              <a:extLst>
                <a:ext uri="{FF2B5EF4-FFF2-40B4-BE49-F238E27FC236}">
                  <a16:creationId xmlns:a16="http://schemas.microsoft.com/office/drawing/2014/main" id="{4D5DC440-31BB-4051-9435-6DDF0A39E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8C42E4D8-EDA8-4C5E-B8E7-1CE5690859D3}"/>
              </a:ext>
            </a:extLst>
          </p:cNvPr>
          <p:cNvSpPr txBox="1"/>
          <p:nvPr/>
        </p:nvSpPr>
        <p:spPr>
          <a:xfrm>
            <a:off x="106300" y="4067570"/>
            <a:ext cx="729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rgbClr val="003262"/>
                </a:solidFill>
                <a:latin typeface="Mont Bold" pitchFamily="2" charset="0"/>
              </a:rPr>
              <a:t>РГУПС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9CAFB61-9AED-4AA6-9071-11ABCA6A513A}"/>
              </a:ext>
            </a:extLst>
          </p:cNvPr>
          <p:cNvSpPr txBox="1"/>
          <p:nvPr/>
        </p:nvSpPr>
        <p:spPr>
          <a:xfrm>
            <a:off x="443167" y="4268457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15DF563-435A-4686-86D3-CD5134B6352A}"/>
              </a:ext>
            </a:extLst>
          </p:cNvPr>
          <p:cNvSpPr txBox="1"/>
          <p:nvPr/>
        </p:nvSpPr>
        <p:spPr>
          <a:xfrm>
            <a:off x="911358" y="4268457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2AD93E7-BE83-464E-8DDA-CAE5E6A96103}"/>
              </a:ext>
            </a:extLst>
          </p:cNvPr>
          <p:cNvSpPr txBox="1"/>
          <p:nvPr/>
        </p:nvSpPr>
        <p:spPr>
          <a:xfrm>
            <a:off x="48610" y="4431796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034AB56-31E8-43EB-AE6E-C9AA45C4A086}"/>
              </a:ext>
            </a:extLst>
          </p:cNvPr>
          <p:cNvSpPr txBox="1"/>
          <p:nvPr/>
        </p:nvSpPr>
        <p:spPr>
          <a:xfrm>
            <a:off x="48610" y="4606249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9A08336B-28C8-47DD-99BA-EAF4EF176705}"/>
              </a:ext>
            </a:extLst>
          </p:cNvPr>
          <p:cNvSpPr txBox="1"/>
          <p:nvPr/>
        </p:nvSpPr>
        <p:spPr>
          <a:xfrm>
            <a:off x="48610" y="4775634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209" name="Прямоугольник: скругленные углы 1">
            <a:extLst>
              <a:ext uri="{FF2B5EF4-FFF2-40B4-BE49-F238E27FC236}">
                <a16:creationId xmlns:a16="http://schemas.microsoft.com/office/drawing/2014/main" id="{38A2D786-ED6E-4E08-A685-67264CB955BD}"/>
              </a:ext>
            </a:extLst>
          </p:cNvPr>
          <p:cNvSpPr/>
          <p:nvPr/>
        </p:nvSpPr>
        <p:spPr>
          <a:xfrm>
            <a:off x="1602887" y="4266166"/>
            <a:ext cx="1262388" cy="909359"/>
          </a:xfrm>
          <a:prstGeom prst="roundRect">
            <a:avLst>
              <a:gd name="adj" fmla="val 2172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10" name="Прямоугольник 209">
            <a:extLst>
              <a:ext uri="{FF2B5EF4-FFF2-40B4-BE49-F238E27FC236}">
                <a16:creationId xmlns:a16="http://schemas.microsoft.com/office/drawing/2014/main" id="{AFB60E60-3183-40E9-9507-DA92B138DB09}"/>
              </a:ext>
            </a:extLst>
          </p:cNvPr>
          <p:cNvSpPr/>
          <p:nvPr/>
        </p:nvSpPr>
        <p:spPr>
          <a:xfrm>
            <a:off x="2409238" y="4675274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1" name="Прямоугольник 210">
            <a:extLst>
              <a:ext uri="{FF2B5EF4-FFF2-40B4-BE49-F238E27FC236}">
                <a16:creationId xmlns:a16="http://schemas.microsoft.com/office/drawing/2014/main" id="{72AFDCA8-0652-4D6C-8B01-98202691718B}"/>
              </a:ext>
            </a:extLst>
          </p:cNvPr>
          <p:cNvSpPr/>
          <p:nvPr/>
        </p:nvSpPr>
        <p:spPr>
          <a:xfrm>
            <a:off x="2409238" y="4838785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6E2255EA-EA20-4FF7-951C-F943818FA04A}"/>
              </a:ext>
            </a:extLst>
          </p:cNvPr>
          <p:cNvGrpSpPr/>
          <p:nvPr/>
        </p:nvGrpSpPr>
        <p:grpSpPr>
          <a:xfrm>
            <a:off x="2536985" y="4037354"/>
            <a:ext cx="277739" cy="446590"/>
            <a:chOff x="3917156" y="7378969"/>
            <a:chExt cx="216339" cy="347862"/>
          </a:xfrm>
        </p:grpSpPr>
        <p:pic>
          <p:nvPicPr>
            <p:cNvPr id="214" name="Рисунок 213">
              <a:extLst>
                <a:ext uri="{FF2B5EF4-FFF2-40B4-BE49-F238E27FC236}">
                  <a16:creationId xmlns:a16="http://schemas.microsoft.com/office/drawing/2014/main" id="{B35C7B22-C6CF-41B9-8D82-326FA5368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215" name="Рисунок 214">
              <a:extLst>
                <a:ext uri="{FF2B5EF4-FFF2-40B4-BE49-F238E27FC236}">
                  <a16:creationId xmlns:a16="http://schemas.microsoft.com/office/drawing/2014/main" id="{4719C0EE-8FA3-4A47-AEF5-CDD5A566D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32B92CA9-7B51-42EB-B5BA-6EC776F76FD0}"/>
              </a:ext>
            </a:extLst>
          </p:cNvPr>
          <p:cNvSpPr txBox="1"/>
          <p:nvPr/>
        </p:nvSpPr>
        <p:spPr>
          <a:xfrm>
            <a:off x="1600154" y="4262036"/>
            <a:ext cx="9278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 err="1">
                <a:solidFill>
                  <a:srgbClr val="003262"/>
                </a:solidFill>
                <a:latin typeface="Mont Bold" pitchFamily="2" charset="0"/>
              </a:rPr>
              <a:t>ПривГУПС</a:t>
            </a:r>
            <a:endParaRPr lang="ru-RU" sz="1100" b="1" dirty="0">
              <a:solidFill>
                <a:srgbClr val="003262"/>
              </a:solidFill>
              <a:latin typeface="Mont Bold" pitchFamily="2" charset="0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FC326FD-C055-4644-80C3-CB13A8F428CD}"/>
              </a:ext>
            </a:extLst>
          </p:cNvPr>
          <p:cNvSpPr txBox="1"/>
          <p:nvPr/>
        </p:nvSpPr>
        <p:spPr>
          <a:xfrm>
            <a:off x="1937021" y="4462923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F16B16E-8B96-4C8D-BF4E-A6EF76BF0B1E}"/>
              </a:ext>
            </a:extLst>
          </p:cNvPr>
          <p:cNvSpPr txBox="1"/>
          <p:nvPr/>
        </p:nvSpPr>
        <p:spPr>
          <a:xfrm>
            <a:off x="2405212" y="4462923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54635AF-E214-4CC9-865D-64FD3875138D}"/>
              </a:ext>
            </a:extLst>
          </p:cNvPr>
          <p:cNvSpPr txBox="1"/>
          <p:nvPr/>
        </p:nvSpPr>
        <p:spPr>
          <a:xfrm>
            <a:off x="1542464" y="4626262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31B7F41-6396-4139-8895-4966D55BDAA9}"/>
              </a:ext>
            </a:extLst>
          </p:cNvPr>
          <p:cNvSpPr txBox="1"/>
          <p:nvPr/>
        </p:nvSpPr>
        <p:spPr>
          <a:xfrm>
            <a:off x="1542464" y="4800715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0CD9378-1DD1-4295-BC1B-2EB59CC5E7B8}"/>
              </a:ext>
            </a:extLst>
          </p:cNvPr>
          <p:cNvSpPr txBox="1"/>
          <p:nvPr/>
        </p:nvSpPr>
        <p:spPr>
          <a:xfrm>
            <a:off x="1542464" y="4970100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222" name="Прямоугольник: скругленные углы 1">
            <a:extLst>
              <a:ext uri="{FF2B5EF4-FFF2-40B4-BE49-F238E27FC236}">
                <a16:creationId xmlns:a16="http://schemas.microsoft.com/office/drawing/2014/main" id="{19A1D4EF-6296-495A-B014-7113C4C755AC}"/>
              </a:ext>
            </a:extLst>
          </p:cNvPr>
          <p:cNvSpPr/>
          <p:nvPr/>
        </p:nvSpPr>
        <p:spPr>
          <a:xfrm>
            <a:off x="2956364" y="4130558"/>
            <a:ext cx="1262388" cy="909359"/>
          </a:xfrm>
          <a:prstGeom prst="roundRect">
            <a:avLst>
              <a:gd name="adj" fmla="val 1939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633B4C31-8611-4359-91E2-B788286A967E}"/>
              </a:ext>
            </a:extLst>
          </p:cNvPr>
          <p:cNvSpPr/>
          <p:nvPr/>
        </p:nvSpPr>
        <p:spPr>
          <a:xfrm>
            <a:off x="3762715" y="4539666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4" name="Прямоугольник 223">
            <a:extLst>
              <a:ext uri="{FF2B5EF4-FFF2-40B4-BE49-F238E27FC236}">
                <a16:creationId xmlns:a16="http://schemas.microsoft.com/office/drawing/2014/main" id="{B442307A-3EB6-4C82-8940-0851BD9FABF1}"/>
              </a:ext>
            </a:extLst>
          </p:cNvPr>
          <p:cNvSpPr/>
          <p:nvPr/>
        </p:nvSpPr>
        <p:spPr>
          <a:xfrm>
            <a:off x="3762715" y="4703177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5" name="Прямоугольник 224">
            <a:extLst>
              <a:ext uri="{FF2B5EF4-FFF2-40B4-BE49-F238E27FC236}">
                <a16:creationId xmlns:a16="http://schemas.microsoft.com/office/drawing/2014/main" id="{3B9386BC-CD37-4D0C-93C3-6AFE64810664}"/>
              </a:ext>
            </a:extLst>
          </p:cNvPr>
          <p:cNvSpPr/>
          <p:nvPr/>
        </p:nvSpPr>
        <p:spPr>
          <a:xfrm>
            <a:off x="3302647" y="4539666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6" name="Группа 225">
            <a:extLst>
              <a:ext uri="{FF2B5EF4-FFF2-40B4-BE49-F238E27FC236}">
                <a16:creationId xmlns:a16="http://schemas.microsoft.com/office/drawing/2014/main" id="{D031866E-9563-4EA9-B109-2A0E89F06C88}"/>
              </a:ext>
            </a:extLst>
          </p:cNvPr>
          <p:cNvGrpSpPr/>
          <p:nvPr/>
        </p:nvGrpSpPr>
        <p:grpSpPr>
          <a:xfrm>
            <a:off x="3890462" y="3901746"/>
            <a:ext cx="277739" cy="446590"/>
            <a:chOff x="3917156" y="7378969"/>
            <a:chExt cx="216339" cy="347862"/>
          </a:xfrm>
        </p:grpSpPr>
        <p:pic>
          <p:nvPicPr>
            <p:cNvPr id="227" name="Рисунок 226">
              <a:extLst>
                <a:ext uri="{FF2B5EF4-FFF2-40B4-BE49-F238E27FC236}">
                  <a16:creationId xmlns:a16="http://schemas.microsoft.com/office/drawing/2014/main" id="{839F6041-600D-4716-9E85-40044FB6C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228" name="Рисунок 227">
              <a:extLst>
                <a:ext uri="{FF2B5EF4-FFF2-40B4-BE49-F238E27FC236}">
                  <a16:creationId xmlns:a16="http://schemas.microsoft.com/office/drawing/2014/main" id="{62E5A656-5081-4528-AB11-3F9589EF4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0D570697-0125-4481-8CF4-048AA6300770}"/>
              </a:ext>
            </a:extLst>
          </p:cNvPr>
          <p:cNvSpPr txBox="1"/>
          <p:nvPr/>
        </p:nvSpPr>
        <p:spPr>
          <a:xfrm>
            <a:off x="2953631" y="4126428"/>
            <a:ext cx="7296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 err="1">
                <a:solidFill>
                  <a:srgbClr val="003262"/>
                </a:solidFill>
                <a:latin typeface="Mont Bold" pitchFamily="2" charset="0"/>
              </a:rPr>
              <a:t>УрГУПС</a:t>
            </a:r>
            <a:endParaRPr lang="ru-RU" sz="1100" b="1" dirty="0">
              <a:solidFill>
                <a:srgbClr val="003262"/>
              </a:solidFill>
              <a:latin typeface="Mont Bold" pitchFamily="2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75B53165-8C72-4D0D-B1E8-BECC052839F5}"/>
              </a:ext>
            </a:extLst>
          </p:cNvPr>
          <p:cNvSpPr txBox="1"/>
          <p:nvPr/>
        </p:nvSpPr>
        <p:spPr>
          <a:xfrm>
            <a:off x="3290498" y="4327315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984ADBF-36B1-47A9-B3FF-21F92C88B752}"/>
              </a:ext>
            </a:extLst>
          </p:cNvPr>
          <p:cNvSpPr txBox="1"/>
          <p:nvPr/>
        </p:nvSpPr>
        <p:spPr>
          <a:xfrm>
            <a:off x="3758689" y="4327315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30628A8-5D7F-43C1-A99D-726611D84D79}"/>
              </a:ext>
            </a:extLst>
          </p:cNvPr>
          <p:cNvSpPr txBox="1"/>
          <p:nvPr/>
        </p:nvSpPr>
        <p:spPr>
          <a:xfrm>
            <a:off x="2895941" y="4490654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9230FBE-5995-4E08-9A86-578C3C7C0410}"/>
              </a:ext>
            </a:extLst>
          </p:cNvPr>
          <p:cNvSpPr txBox="1"/>
          <p:nvPr/>
        </p:nvSpPr>
        <p:spPr>
          <a:xfrm>
            <a:off x="2895941" y="4665107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BBC4448-57A4-4715-87AC-2907C180AF20}"/>
              </a:ext>
            </a:extLst>
          </p:cNvPr>
          <p:cNvSpPr txBox="1"/>
          <p:nvPr/>
        </p:nvSpPr>
        <p:spPr>
          <a:xfrm>
            <a:off x="2895941" y="4834492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235" name="Прямоугольник: скругленные углы 1">
            <a:extLst>
              <a:ext uri="{FF2B5EF4-FFF2-40B4-BE49-F238E27FC236}">
                <a16:creationId xmlns:a16="http://schemas.microsoft.com/office/drawing/2014/main" id="{52CF09CF-A752-4309-8584-EE0975A6ABED}"/>
              </a:ext>
            </a:extLst>
          </p:cNvPr>
          <p:cNvSpPr/>
          <p:nvPr/>
        </p:nvSpPr>
        <p:spPr>
          <a:xfrm>
            <a:off x="3119444" y="5305775"/>
            <a:ext cx="1262388" cy="909359"/>
          </a:xfrm>
          <a:prstGeom prst="roundRect">
            <a:avLst>
              <a:gd name="adj" fmla="val 1008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grpSp>
        <p:nvGrpSpPr>
          <p:cNvPr id="239" name="Группа 238">
            <a:extLst>
              <a:ext uri="{FF2B5EF4-FFF2-40B4-BE49-F238E27FC236}">
                <a16:creationId xmlns:a16="http://schemas.microsoft.com/office/drawing/2014/main" id="{99E3DC49-1974-4D32-9EC9-BF8E74270C20}"/>
              </a:ext>
            </a:extLst>
          </p:cNvPr>
          <p:cNvGrpSpPr/>
          <p:nvPr/>
        </p:nvGrpSpPr>
        <p:grpSpPr>
          <a:xfrm>
            <a:off x="4034718" y="5077546"/>
            <a:ext cx="277739" cy="446590"/>
            <a:chOff x="3917156" y="7378969"/>
            <a:chExt cx="216339" cy="347862"/>
          </a:xfrm>
        </p:grpSpPr>
        <p:pic>
          <p:nvPicPr>
            <p:cNvPr id="240" name="Рисунок 239">
              <a:extLst>
                <a:ext uri="{FF2B5EF4-FFF2-40B4-BE49-F238E27FC236}">
                  <a16:creationId xmlns:a16="http://schemas.microsoft.com/office/drawing/2014/main" id="{A073CC4B-97EF-4D97-A3E3-E42E890C2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241" name="Рисунок 240">
              <a:extLst>
                <a:ext uri="{FF2B5EF4-FFF2-40B4-BE49-F238E27FC236}">
                  <a16:creationId xmlns:a16="http://schemas.microsoft.com/office/drawing/2014/main" id="{93885761-26E5-408D-9C7D-C1E754DC3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242" name="TextBox 241">
            <a:extLst>
              <a:ext uri="{FF2B5EF4-FFF2-40B4-BE49-F238E27FC236}">
                <a16:creationId xmlns:a16="http://schemas.microsoft.com/office/drawing/2014/main" id="{FC320207-BA7B-4518-BDEF-88E776F24444}"/>
              </a:ext>
            </a:extLst>
          </p:cNvPr>
          <p:cNvSpPr txBox="1"/>
          <p:nvPr/>
        </p:nvSpPr>
        <p:spPr>
          <a:xfrm>
            <a:off x="3116711" y="5301645"/>
            <a:ext cx="926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 err="1">
                <a:solidFill>
                  <a:srgbClr val="003262"/>
                </a:solidFill>
                <a:latin typeface="Mont Bold" pitchFamily="2" charset="0"/>
              </a:rPr>
              <a:t>ОмГУПС</a:t>
            </a:r>
            <a:endParaRPr lang="ru-RU" sz="1100" b="1" dirty="0">
              <a:solidFill>
                <a:srgbClr val="003262"/>
              </a:solidFill>
              <a:latin typeface="Mont Bold" pitchFamily="2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7FA5A96-ACB4-4ED9-A5AB-54BAF005A69A}"/>
              </a:ext>
            </a:extLst>
          </p:cNvPr>
          <p:cNvSpPr txBox="1"/>
          <p:nvPr/>
        </p:nvSpPr>
        <p:spPr>
          <a:xfrm>
            <a:off x="3453578" y="5502532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B06B49B-6A39-45E0-BE21-6246847F76A1}"/>
              </a:ext>
            </a:extLst>
          </p:cNvPr>
          <p:cNvSpPr txBox="1"/>
          <p:nvPr/>
        </p:nvSpPr>
        <p:spPr>
          <a:xfrm>
            <a:off x="3921769" y="5502532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4F74C4C-F42F-4AA7-B28F-07E61F21F2EF}"/>
              </a:ext>
            </a:extLst>
          </p:cNvPr>
          <p:cNvSpPr txBox="1"/>
          <p:nvPr/>
        </p:nvSpPr>
        <p:spPr>
          <a:xfrm>
            <a:off x="3059021" y="5665871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8E386C2-6061-4F4E-A0A2-2CC0732F2D56}"/>
              </a:ext>
            </a:extLst>
          </p:cNvPr>
          <p:cNvSpPr txBox="1"/>
          <p:nvPr/>
        </p:nvSpPr>
        <p:spPr>
          <a:xfrm>
            <a:off x="3059021" y="5840324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E737716-2F54-4249-A9AD-B5219F470E38}"/>
              </a:ext>
            </a:extLst>
          </p:cNvPr>
          <p:cNvSpPr txBox="1"/>
          <p:nvPr/>
        </p:nvSpPr>
        <p:spPr>
          <a:xfrm>
            <a:off x="3059021" y="6009709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248" name="Прямоугольник: скругленные углы 1">
            <a:extLst>
              <a:ext uri="{FF2B5EF4-FFF2-40B4-BE49-F238E27FC236}">
                <a16:creationId xmlns:a16="http://schemas.microsoft.com/office/drawing/2014/main" id="{52D92A7D-AD91-4384-AC45-A97FA38F9FF3}"/>
              </a:ext>
            </a:extLst>
          </p:cNvPr>
          <p:cNvSpPr/>
          <p:nvPr/>
        </p:nvSpPr>
        <p:spPr>
          <a:xfrm>
            <a:off x="4626892" y="4684069"/>
            <a:ext cx="1262388" cy="909359"/>
          </a:xfrm>
          <a:prstGeom prst="roundRect">
            <a:avLst>
              <a:gd name="adj" fmla="val 1706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49" name="Прямоугольник 248">
            <a:extLst>
              <a:ext uri="{FF2B5EF4-FFF2-40B4-BE49-F238E27FC236}">
                <a16:creationId xmlns:a16="http://schemas.microsoft.com/office/drawing/2014/main" id="{FE59D205-FA57-4223-AAB4-AB8044B9ED83}"/>
              </a:ext>
            </a:extLst>
          </p:cNvPr>
          <p:cNvSpPr/>
          <p:nvPr/>
        </p:nvSpPr>
        <p:spPr>
          <a:xfrm>
            <a:off x="5433243" y="5093177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0" name="Прямоугольник 249">
            <a:extLst>
              <a:ext uri="{FF2B5EF4-FFF2-40B4-BE49-F238E27FC236}">
                <a16:creationId xmlns:a16="http://schemas.microsoft.com/office/drawing/2014/main" id="{6C25AD0B-96C9-44C6-A448-92BF5E217FD2}"/>
              </a:ext>
            </a:extLst>
          </p:cNvPr>
          <p:cNvSpPr/>
          <p:nvPr/>
        </p:nvSpPr>
        <p:spPr>
          <a:xfrm>
            <a:off x="5433243" y="5256688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52" name="Группа 251">
            <a:extLst>
              <a:ext uri="{FF2B5EF4-FFF2-40B4-BE49-F238E27FC236}">
                <a16:creationId xmlns:a16="http://schemas.microsoft.com/office/drawing/2014/main" id="{0676D239-E023-4FD0-9FD5-48BD6DC7A3FD}"/>
              </a:ext>
            </a:extLst>
          </p:cNvPr>
          <p:cNvGrpSpPr/>
          <p:nvPr/>
        </p:nvGrpSpPr>
        <p:grpSpPr>
          <a:xfrm>
            <a:off x="5560990" y="4455257"/>
            <a:ext cx="277739" cy="446590"/>
            <a:chOff x="3917156" y="7378969"/>
            <a:chExt cx="216339" cy="347862"/>
          </a:xfrm>
        </p:grpSpPr>
        <p:pic>
          <p:nvPicPr>
            <p:cNvPr id="253" name="Рисунок 252">
              <a:extLst>
                <a:ext uri="{FF2B5EF4-FFF2-40B4-BE49-F238E27FC236}">
                  <a16:creationId xmlns:a16="http://schemas.microsoft.com/office/drawing/2014/main" id="{B476F4EE-A113-4801-B557-38CBC3188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254" name="Рисунок 253">
              <a:extLst>
                <a:ext uri="{FF2B5EF4-FFF2-40B4-BE49-F238E27FC236}">
                  <a16:creationId xmlns:a16="http://schemas.microsoft.com/office/drawing/2014/main" id="{5BC4ECFB-06AC-4767-95D6-B5ADEC347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C3B396C7-AE3B-4F5D-BF8A-934DE0549F99}"/>
              </a:ext>
            </a:extLst>
          </p:cNvPr>
          <p:cNvSpPr txBox="1"/>
          <p:nvPr/>
        </p:nvSpPr>
        <p:spPr>
          <a:xfrm>
            <a:off x="4624159" y="4679939"/>
            <a:ext cx="7296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rgbClr val="003262"/>
                </a:solidFill>
                <a:latin typeface="Mont Bold" pitchFamily="2" charset="0"/>
              </a:rPr>
              <a:t>СГУПС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9A4C9BDF-C2A7-40F4-AD90-A609EDBF61D3}"/>
              </a:ext>
            </a:extLst>
          </p:cNvPr>
          <p:cNvSpPr txBox="1"/>
          <p:nvPr/>
        </p:nvSpPr>
        <p:spPr>
          <a:xfrm>
            <a:off x="4961026" y="4880826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A00339F-6CCE-428A-9CBC-58910DB27447}"/>
              </a:ext>
            </a:extLst>
          </p:cNvPr>
          <p:cNvSpPr txBox="1"/>
          <p:nvPr/>
        </p:nvSpPr>
        <p:spPr>
          <a:xfrm>
            <a:off x="5429217" y="4880826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A5174AF-6C49-417B-B9BD-9E0D59F3A4FB}"/>
              </a:ext>
            </a:extLst>
          </p:cNvPr>
          <p:cNvSpPr txBox="1"/>
          <p:nvPr/>
        </p:nvSpPr>
        <p:spPr>
          <a:xfrm>
            <a:off x="4566469" y="5044165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0048488-B4CD-4BD1-A261-F6BD28E4A87A}"/>
              </a:ext>
            </a:extLst>
          </p:cNvPr>
          <p:cNvSpPr txBox="1"/>
          <p:nvPr/>
        </p:nvSpPr>
        <p:spPr>
          <a:xfrm>
            <a:off x="4566469" y="5218618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1BC346EA-C17E-4D20-BBC6-B2B6FE1414A1}"/>
              </a:ext>
            </a:extLst>
          </p:cNvPr>
          <p:cNvSpPr txBox="1"/>
          <p:nvPr/>
        </p:nvSpPr>
        <p:spPr>
          <a:xfrm>
            <a:off x="4566469" y="5388003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261" name="Прямоугольник: скругленные углы 1">
            <a:extLst>
              <a:ext uri="{FF2B5EF4-FFF2-40B4-BE49-F238E27FC236}">
                <a16:creationId xmlns:a16="http://schemas.microsoft.com/office/drawing/2014/main" id="{804D9963-9673-444B-B943-6043EA2EA119}"/>
              </a:ext>
            </a:extLst>
          </p:cNvPr>
          <p:cNvSpPr/>
          <p:nvPr/>
        </p:nvSpPr>
        <p:spPr>
          <a:xfrm>
            <a:off x="6145107" y="5706336"/>
            <a:ext cx="1262388" cy="909359"/>
          </a:xfrm>
          <a:prstGeom prst="roundRect">
            <a:avLst>
              <a:gd name="adj" fmla="val 2405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62" name="Прямоугольник 261">
            <a:extLst>
              <a:ext uri="{FF2B5EF4-FFF2-40B4-BE49-F238E27FC236}">
                <a16:creationId xmlns:a16="http://schemas.microsoft.com/office/drawing/2014/main" id="{35BE9BAB-356E-4E77-9128-E847EE8C652A}"/>
              </a:ext>
            </a:extLst>
          </p:cNvPr>
          <p:cNvSpPr/>
          <p:nvPr/>
        </p:nvSpPr>
        <p:spPr>
          <a:xfrm>
            <a:off x="6951458" y="6115444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3" name="Прямоугольник 262">
            <a:extLst>
              <a:ext uri="{FF2B5EF4-FFF2-40B4-BE49-F238E27FC236}">
                <a16:creationId xmlns:a16="http://schemas.microsoft.com/office/drawing/2014/main" id="{9148496B-E705-436F-BA1D-8B5A2B382426}"/>
              </a:ext>
            </a:extLst>
          </p:cNvPr>
          <p:cNvSpPr/>
          <p:nvPr/>
        </p:nvSpPr>
        <p:spPr>
          <a:xfrm>
            <a:off x="6951458" y="6278955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65" name="Группа 264">
            <a:extLst>
              <a:ext uri="{FF2B5EF4-FFF2-40B4-BE49-F238E27FC236}">
                <a16:creationId xmlns:a16="http://schemas.microsoft.com/office/drawing/2014/main" id="{6AD44A05-0DFB-4220-9D7B-32121D84F763}"/>
              </a:ext>
            </a:extLst>
          </p:cNvPr>
          <p:cNvGrpSpPr/>
          <p:nvPr/>
        </p:nvGrpSpPr>
        <p:grpSpPr>
          <a:xfrm>
            <a:off x="7079205" y="5477524"/>
            <a:ext cx="277739" cy="446590"/>
            <a:chOff x="3917156" y="7378969"/>
            <a:chExt cx="216339" cy="347862"/>
          </a:xfrm>
        </p:grpSpPr>
        <p:pic>
          <p:nvPicPr>
            <p:cNvPr id="266" name="Рисунок 265">
              <a:extLst>
                <a:ext uri="{FF2B5EF4-FFF2-40B4-BE49-F238E27FC236}">
                  <a16:creationId xmlns:a16="http://schemas.microsoft.com/office/drawing/2014/main" id="{B473E47C-D5C5-41D4-BEAA-70FC22234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267" name="Рисунок 266">
              <a:extLst>
                <a:ext uri="{FF2B5EF4-FFF2-40B4-BE49-F238E27FC236}">
                  <a16:creationId xmlns:a16="http://schemas.microsoft.com/office/drawing/2014/main" id="{52AE3E31-161B-4CD9-8C40-D58CECCE6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268" name="TextBox 267">
            <a:extLst>
              <a:ext uri="{FF2B5EF4-FFF2-40B4-BE49-F238E27FC236}">
                <a16:creationId xmlns:a16="http://schemas.microsoft.com/office/drawing/2014/main" id="{D4F8AF09-53DA-4C97-9ACF-A388FA678954}"/>
              </a:ext>
            </a:extLst>
          </p:cNvPr>
          <p:cNvSpPr txBox="1"/>
          <p:nvPr/>
        </p:nvSpPr>
        <p:spPr>
          <a:xfrm>
            <a:off x="6142374" y="5702206"/>
            <a:ext cx="8256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 err="1">
                <a:solidFill>
                  <a:srgbClr val="003262"/>
                </a:solidFill>
                <a:latin typeface="Mont Bold" pitchFamily="2" charset="0"/>
              </a:rPr>
              <a:t>ИрГУПС</a:t>
            </a:r>
            <a:endParaRPr lang="ru-RU" sz="1100" b="1" dirty="0">
              <a:solidFill>
                <a:srgbClr val="003262"/>
              </a:solidFill>
              <a:latin typeface="Mont Bold" pitchFamily="2" charset="0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34C7182D-0735-4F02-9C83-FBC51F529EB9}"/>
              </a:ext>
            </a:extLst>
          </p:cNvPr>
          <p:cNvSpPr txBox="1"/>
          <p:nvPr/>
        </p:nvSpPr>
        <p:spPr>
          <a:xfrm>
            <a:off x="6479241" y="5903093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2D1B978-ABD6-4E48-AB50-1425788E2BC1}"/>
              </a:ext>
            </a:extLst>
          </p:cNvPr>
          <p:cNvSpPr txBox="1"/>
          <p:nvPr/>
        </p:nvSpPr>
        <p:spPr>
          <a:xfrm>
            <a:off x="6947432" y="5903093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8A9F5A5-D6B5-4F9D-AFEF-14164BD605A1}"/>
              </a:ext>
            </a:extLst>
          </p:cNvPr>
          <p:cNvSpPr txBox="1"/>
          <p:nvPr/>
        </p:nvSpPr>
        <p:spPr>
          <a:xfrm>
            <a:off x="6084684" y="6066432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5888F4FA-67A3-429C-AC0F-755B631D86C0}"/>
              </a:ext>
            </a:extLst>
          </p:cNvPr>
          <p:cNvSpPr txBox="1"/>
          <p:nvPr/>
        </p:nvSpPr>
        <p:spPr>
          <a:xfrm>
            <a:off x="6084684" y="6240885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DC29C21-16AA-42B2-A2E2-AE787DAE9BAF}"/>
              </a:ext>
            </a:extLst>
          </p:cNvPr>
          <p:cNvSpPr txBox="1"/>
          <p:nvPr/>
        </p:nvSpPr>
        <p:spPr>
          <a:xfrm>
            <a:off x="6084684" y="6410270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sp>
        <p:nvSpPr>
          <p:cNvPr id="274" name="Прямоугольник: скругленные углы 1">
            <a:extLst>
              <a:ext uri="{FF2B5EF4-FFF2-40B4-BE49-F238E27FC236}">
                <a16:creationId xmlns:a16="http://schemas.microsoft.com/office/drawing/2014/main" id="{4EDFC0EB-0E6A-4D18-B492-F4A38014FFB2}"/>
              </a:ext>
            </a:extLst>
          </p:cNvPr>
          <p:cNvSpPr/>
          <p:nvPr/>
        </p:nvSpPr>
        <p:spPr>
          <a:xfrm>
            <a:off x="9634107" y="5044165"/>
            <a:ext cx="1262388" cy="909359"/>
          </a:xfrm>
          <a:prstGeom prst="roundRect">
            <a:avLst>
              <a:gd name="adj" fmla="val 2405"/>
            </a:avLst>
          </a:prstGeom>
          <a:solidFill>
            <a:schemeClr val="bg1"/>
          </a:solidFill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75" name="Прямоугольник 274">
            <a:extLst>
              <a:ext uri="{FF2B5EF4-FFF2-40B4-BE49-F238E27FC236}">
                <a16:creationId xmlns:a16="http://schemas.microsoft.com/office/drawing/2014/main" id="{08EC3631-29D3-44BA-8FCA-7C69FBBE2D28}"/>
              </a:ext>
            </a:extLst>
          </p:cNvPr>
          <p:cNvSpPr/>
          <p:nvPr/>
        </p:nvSpPr>
        <p:spPr>
          <a:xfrm>
            <a:off x="10440458" y="5453273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6" name="Прямоугольник 275">
            <a:extLst>
              <a:ext uri="{FF2B5EF4-FFF2-40B4-BE49-F238E27FC236}">
                <a16:creationId xmlns:a16="http://schemas.microsoft.com/office/drawing/2014/main" id="{5CB1B4A5-B4A1-4542-88AC-7F2FCEC62745}"/>
              </a:ext>
            </a:extLst>
          </p:cNvPr>
          <p:cNvSpPr/>
          <p:nvPr/>
        </p:nvSpPr>
        <p:spPr>
          <a:xfrm>
            <a:off x="10440458" y="5618372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8C9522DE-8B03-49ED-8922-2308D2B70F76}"/>
              </a:ext>
            </a:extLst>
          </p:cNvPr>
          <p:cNvSpPr/>
          <p:nvPr/>
        </p:nvSpPr>
        <p:spPr>
          <a:xfrm>
            <a:off x="9980390" y="5453273"/>
            <a:ext cx="452859" cy="165009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1" name="Прямоугольник 300">
            <a:extLst>
              <a:ext uri="{FF2B5EF4-FFF2-40B4-BE49-F238E27FC236}">
                <a16:creationId xmlns:a16="http://schemas.microsoft.com/office/drawing/2014/main" id="{BAC97E0D-042A-4AF3-9E33-F43BFFDF2497}"/>
              </a:ext>
            </a:extLst>
          </p:cNvPr>
          <p:cNvSpPr/>
          <p:nvPr/>
        </p:nvSpPr>
        <p:spPr>
          <a:xfrm>
            <a:off x="3925795" y="6046076"/>
            <a:ext cx="452859" cy="165009"/>
          </a:xfrm>
          <a:prstGeom prst="rect">
            <a:avLst/>
          </a:prstGeom>
          <a:solidFill>
            <a:srgbClr val="26A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C164CD82-B73E-4A3E-8643-F6B46FA716AD}"/>
              </a:ext>
            </a:extLst>
          </p:cNvPr>
          <p:cNvSpPr txBox="1"/>
          <p:nvPr/>
        </p:nvSpPr>
        <p:spPr>
          <a:xfrm>
            <a:off x="9631374" y="5040035"/>
            <a:ext cx="8216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rgbClr val="003262"/>
                </a:solidFill>
                <a:latin typeface="Mont Bold" pitchFamily="2" charset="0"/>
              </a:rPr>
              <a:t>ДВГУПС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9BD63AB-1A34-4C82-A1A0-5C0E60C798AC}"/>
              </a:ext>
            </a:extLst>
          </p:cNvPr>
          <p:cNvSpPr txBox="1"/>
          <p:nvPr/>
        </p:nvSpPr>
        <p:spPr>
          <a:xfrm>
            <a:off x="9968241" y="5240922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304" name="Прямоугольник 303">
            <a:extLst>
              <a:ext uri="{FF2B5EF4-FFF2-40B4-BE49-F238E27FC236}">
                <a16:creationId xmlns:a16="http://schemas.microsoft.com/office/drawing/2014/main" id="{C79F8119-9A7D-4574-ABEC-88413E7F1380}"/>
              </a:ext>
            </a:extLst>
          </p:cNvPr>
          <p:cNvSpPr/>
          <p:nvPr/>
        </p:nvSpPr>
        <p:spPr>
          <a:xfrm>
            <a:off x="4971610" y="5256688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7B86167F-1E82-43CC-92F8-F606CD6B15DA}"/>
              </a:ext>
            </a:extLst>
          </p:cNvPr>
          <p:cNvSpPr txBox="1"/>
          <p:nvPr/>
        </p:nvSpPr>
        <p:spPr>
          <a:xfrm>
            <a:off x="10436432" y="5240922"/>
            <a:ext cx="504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862E3FF-1403-4CBF-93A6-C1243E119D2A}"/>
              </a:ext>
            </a:extLst>
          </p:cNvPr>
          <p:cNvSpPr txBox="1"/>
          <p:nvPr/>
        </p:nvSpPr>
        <p:spPr>
          <a:xfrm>
            <a:off x="9573684" y="5404261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Д</a:t>
            </a:r>
          </a:p>
        </p:txBody>
      </p:sp>
      <p:sp>
        <p:nvSpPr>
          <p:cNvPr id="322" name="Прямоугольник 321">
            <a:extLst>
              <a:ext uri="{FF2B5EF4-FFF2-40B4-BE49-F238E27FC236}">
                <a16:creationId xmlns:a16="http://schemas.microsoft.com/office/drawing/2014/main" id="{68185EAE-402C-4226-960A-BE0413C287DF}"/>
              </a:ext>
            </a:extLst>
          </p:cNvPr>
          <p:cNvSpPr/>
          <p:nvPr/>
        </p:nvSpPr>
        <p:spPr>
          <a:xfrm>
            <a:off x="9980389" y="5618372"/>
            <a:ext cx="452859" cy="16500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38B0AEF7-2D94-41BF-A75A-167998DE2D8E}"/>
              </a:ext>
            </a:extLst>
          </p:cNvPr>
          <p:cNvSpPr txBox="1"/>
          <p:nvPr/>
        </p:nvSpPr>
        <p:spPr>
          <a:xfrm>
            <a:off x="9573684" y="5578714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П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B36ED776-9E86-46ED-AEB6-D2256213FF05}"/>
              </a:ext>
            </a:extLst>
          </p:cNvPr>
          <p:cNvSpPr txBox="1"/>
          <p:nvPr/>
        </p:nvSpPr>
        <p:spPr>
          <a:xfrm>
            <a:off x="9573684" y="5748099"/>
            <a:ext cx="348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solidFill>
                  <a:srgbClr val="002060"/>
                </a:solidFill>
                <a:latin typeface="Mont" panose="00000700000000000000" pitchFamily="2" charset="0"/>
              </a:rPr>
              <a:t>Т</a:t>
            </a:r>
          </a:p>
        </p:txBody>
      </p:sp>
      <p:graphicFrame>
        <p:nvGraphicFramePr>
          <p:cNvPr id="292" name="Таблица 35">
            <a:extLst>
              <a:ext uri="{FF2B5EF4-FFF2-40B4-BE49-F238E27FC236}">
                <a16:creationId xmlns:a16="http://schemas.microsoft.com/office/drawing/2014/main" id="{04144B01-16E9-47D3-A422-5154C139E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48493"/>
              </p:ext>
            </p:extLst>
          </p:nvPr>
        </p:nvGraphicFramePr>
        <p:xfrm>
          <a:off x="107148" y="4310389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graphicFrame>
        <p:nvGraphicFramePr>
          <p:cNvPr id="293" name="Таблица 35">
            <a:extLst>
              <a:ext uri="{FF2B5EF4-FFF2-40B4-BE49-F238E27FC236}">
                <a16:creationId xmlns:a16="http://schemas.microsoft.com/office/drawing/2014/main" id="{EE3F39F7-4B66-4831-A9F7-460982F60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139235"/>
              </p:ext>
            </p:extLst>
          </p:nvPr>
        </p:nvGraphicFramePr>
        <p:xfrm>
          <a:off x="1602558" y="4503319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graphicFrame>
        <p:nvGraphicFramePr>
          <p:cNvPr id="294" name="Таблица 35">
            <a:extLst>
              <a:ext uri="{FF2B5EF4-FFF2-40B4-BE49-F238E27FC236}">
                <a16:creationId xmlns:a16="http://schemas.microsoft.com/office/drawing/2014/main" id="{2B72DFF6-8E58-4224-BFC1-930212A50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757568"/>
              </p:ext>
            </p:extLst>
          </p:nvPr>
        </p:nvGraphicFramePr>
        <p:xfrm>
          <a:off x="2961095" y="4370976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graphicFrame>
        <p:nvGraphicFramePr>
          <p:cNvPr id="295" name="Таблица 35">
            <a:extLst>
              <a:ext uri="{FF2B5EF4-FFF2-40B4-BE49-F238E27FC236}">
                <a16:creationId xmlns:a16="http://schemas.microsoft.com/office/drawing/2014/main" id="{612F662F-190F-4837-ACDF-036B614E2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102727"/>
              </p:ext>
            </p:extLst>
          </p:nvPr>
        </p:nvGraphicFramePr>
        <p:xfrm>
          <a:off x="4634475" y="4921976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graphicFrame>
        <p:nvGraphicFramePr>
          <p:cNvPr id="296" name="Таблица 35">
            <a:extLst>
              <a:ext uri="{FF2B5EF4-FFF2-40B4-BE49-F238E27FC236}">
                <a16:creationId xmlns:a16="http://schemas.microsoft.com/office/drawing/2014/main" id="{529F6965-092D-4393-8AA7-BD83943F9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100296"/>
              </p:ext>
            </p:extLst>
          </p:nvPr>
        </p:nvGraphicFramePr>
        <p:xfrm>
          <a:off x="3121700" y="5543117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graphicFrame>
        <p:nvGraphicFramePr>
          <p:cNvPr id="297" name="Таблица 35">
            <a:extLst>
              <a:ext uri="{FF2B5EF4-FFF2-40B4-BE49-F238E27FC236}">
                <a16:creationId xmlns:a16="http://schemas.microsoft.com/office/drawing/2014/main" id="{AEDBD59E-0964-40F2-83A5-D3E2E1F86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2799"/>
              </p:ext>
            </p:extLst>
          </p:nvPr>
        </p:nvGraphicFramePr>
        <p:xfrm>
          <a:off x="6154785" y="5945235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graphicFrame>
        <p:nvGraphicFramePr>
          <p:cNvPr id="298" name="Таблица 35">
            <a:extLst>
              <a:ext uri="{FF2B5EF4-FFF2-40B4-BE49-F238E27FC236}">
                <a16:creationId xmlns:a16="http://schemas.microsoft.com/office/drawing/2014/main" id="{79F3C706-6700-43FB-8919-50236D34A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909561"/>
              </p:ext>
            </p:extLst>
          </p:nvPr>
        </p:nvGraphicFramePr>
        <p:xfrm>
          <a:off x="9631670" y="5284523"/>
          <a:ext cx="1259655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85">
                  <a:extLst>
                    <a:ext uri="{9D8B030D-6E8A-4147-A177-3AD203B41FA5}">
                      <a16:colId xmlns:a16="http://schemas.microsoft.com/office/drawing/2014/main" val="897513070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526970463"/>
                    </a:ext>
                  </a:extLst>
                </a:gridCol>
                <a:gridCol w="419885">
                  <a:extLst>
                    <a:ext uri="{9D8B030D-6E8A-4147-A177-3AD203B41FA5}">
                      <a16:colId xmlns:a16="http://schemas.microsoft.com/office/drawing/2014/main" val="376512191"/>
                    </a:ext>
                  </a:extLst>
                </a:gridCol>
              </a:tblGrid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89165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809300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7919"/>
                  </a:ext>
                </a:extLst>
              </a:tr>
              <a:tr h="147604"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500" dirty="0">
                        <a:solidFill>
                          <a:srgbClr val="002060"/>
                        </a:solidFill>
                        <a:latin typeface="Akrobat Black" panose="00000A00000000000000" pitchFamily="50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668947"/>
                  </a:ext>
                </a:extLst>
              </a:tr>
            </a:tbl>
          </a:graphicData>
        </a:graphic>
      </p:graphicFrame>
      <p:sp>
        <p:nvSpPr>
          <p:cNvPr id="305" name="Прямоугольник 304">
            <a:extLst>
              <a:ext uri="{FF2B5EF4-FFF2-40B4-BE49-F238E27FC236}">
                <a16:creationId xmlns:a16="http://schemas.microsoft.com/office/drawing/2014/main" id="{E152467A-31E4-415C-95B5-F8E8B5019773}"/>
              </a:ext>
            </a:extLst>
          </p:cNvPr>
          <p:cNvSpPr/>
          <p:nvPr/>
        </p:nvSpPr>
        <p:spPr>
          <a:xfrm>
            <a:off x="10442046" y="5791287"/>
            <a:ext cx="452859" cy="165009"/>
          </a:xfrm>
          <a:prstGeom prst="rect">
            <a:avLst/>
          </a:prstGeom>
          <a:solidFill>
            <a:srgbClr val="26A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6" name="Прямоугольник: скругленные углы 1">
            <a:extLst>
              <a:ext uri="{FF2B5EF4-FFF2-40B4-BE49-F238E27FC236}">
                <a16:creationId xmlns:a16="http://schemas.microsoft.com/office/drawing/2014/main" id="{EFAD7661-5DFF-4604-808E-CB2619209D53}"/>
              </a:ext>
            </a:extLst>
          </p:cNvPr>
          <p:cNvSpPr/>
          <p:nvPr/>
        </p:nvSpPr>
        <p:spPr>
          <a:xfrm>
            <a:off x="9634107" y="5044165"/>
            <a:ext cx="1262388" cy="909359"/>
          </a:xfrm>
          <a:prstGeom prst="roundRect">
            <a:avLst>
              <a:gd name="adj" fmla="val 2405"/>
            </a:avLst>
          </a:prstGeom>
          <a:noFill/>
          <a:ln w="15875">
            <a:solidFill>
              <a:srgbClr val="003262">
                <a:alpha val="99000"/>
              </a:srgbClr>
            </a:solidFill>
          </a:ln>
          <a:effectLst>
            <a:outerShdw blurRad="7239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grpSp>
        <p:nvGrpSpPr>
          <p:cNvPr id="278" name="Группа 277">
            <a:extLst>
              <a:ext uri="{FF2B5EF4-FFF2-40B4-BE49-F238E27FC236}">
                <a16:creationId xmlns:a16="http://schemas.microsoft.com/office/drawing/2014/main" id="{A4108718-2213-4AFB-9477-F461CD69C4F2}"/>
              </a:ext>
            </a:extLst>
          </p:cNvPr>
          <p:cNvGrpSpPr/>
          <p:nvPr/>
        </p:nvGrpSpPr>
        <p:grpSpPr>
          <a:xfrm>
            <a:off x="10568205" y="4815353"/>
            <a:ext cx="277739" cy="446590"/>
            <a:chOff x="3917156" y="7378969"/>
            <a:chExt cx="216339" cy="347862"/>
          </a:xfrm>
        </p:grpSpPr>
        <p:pic>
          <p:nvPicPr>
            <p:cNvPr id="279" name="Рисунок 278">
              <a:extLst>
                <a:ext uri="{FF2B5EF4-FFF2-40B4-BE49-F238E27FC236}">
                  <a16:creationId xmlns:a16="http://schemas.microsoft.com/office/drawing/2014/main" id="{3A1A5A13-FB01-4454-829A-7393E1A8C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156" y="7378969"/>
              <a:ext cx="216339" cy="347862"/>
            </a:xfrm>
            <a:prstGeom prst="rect">
              <a:avLst/>
            </a:prstGeom>
          </p:spPr>
        </p:pic>
        <p:pic>
          <p:nvPicPr>
            <p:cNvPr id="280" name="Рисунок 279">
              <a:extLst>
                <a:ext uri="{FF2B5EF4-FFF2-40B4-BE49-F238E27FC236}">
                  <a16:creationId xmlns:a16="http://schemas.microsoft.com/office/drawing/2014/main" id="{22BC8DA3-6B72-4B4B-9F43-FFCDB69F1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79591" y="7527845"/>
              <a:ext cx="83417" cy="61918"/>
            </a:xfrm>
            <a:prstGeom prst="rect">
              <a:avLst/>
            </a:prstGeom>
          </p:spPr>
        </p:pic>
      </p:grpSp>
      <p:sp>
        <p:nvSpPr>
          <p:cNvPr id="309" name="Полилиния: фигура 4">
            <a:extLst>
              <a:ext uri="{FF2B5EF4-FFF2-40B4-BE49-F238E27FC236}">
                <a16:creationId xmlns:a16="http://schemas.microsoft.com/office/drawing/2014/main" id="{EADD5927-18DA-4AFF-B26D-5798EE4E3497}"/>
              </a:ext>
            </a:extLst>
          </p:cNvPr>
          <p:cNvSpPr/>
          <p:nvPr/>
        </p:nvSpPr>
        <p:spPr>
          <a:xfrm>
            <a:off x="1740751" y="2117337"/>
            <a:ext cx="2780409" cy="1508601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611591" y="5450"/>
                  <a:pt x="1183727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310" name="Полилиния: фигура 4">
            <a:extLst>
              <a:ext uri="{FF2B5EF4-FFF2-40B4-BE49-F238E27FC236}">
                <a16:creationId xmlns:a16="http://schemas.microsoft.com/office/drawing/2014/main" id="{C0F2DD66-2205-4203-99A6-DB13FD476C8B}"/>
              </a:ext>
            </a:extLst>
          </p:cNvPr>
          <p:cNvSpPr/>
          <p:nvPr/>
        </p:nvSpPr>
        <p:spPr>
          <a:xfrm>
            <a:off x="2541771" y="3212324"/>
            <a:ext cx="1982122" cy="462155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611591" y="5450"/>
                  <a:pt x="1183727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311" name="Полилиния: фигура 4">
            <a:extLst>
              <a:ext uri="{FF2B5EF4-FFF2-40B4-BE49-F238E27FC236}">
                <a16:creationId xmlns:a16="http://schemas.microsoft.com/office/drawing/2014/main" id="{B6462DDB-F894-4145-B922-2ED7E3B2955A}"/>
              </a:ext>
            </a:extLst>
          </p:cNvPr>
          <p:cNvSpPr/>
          <p:nvPr/>
        </p:nvSpPr>
        <p:spPr>
          <a:xfrm flipV="1">
            <a:off x="1371421" y="3727861"/>
            <a:ext cx="3143756" cy="451966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611591" y="5450"/>
                  <a:pt x="1183727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312" name="Полилиния: фигура 4">
            <a:extLst>
              <a:ext uri="{FF2B5EF4-FFF2-40B4-BE49-F238E27FC236}">
                <a16:creationId xmlns:a16="http://schemas.microsoft.com/office/drawing/2014/main" id="{FB432329-9F29-444B-BA55-5B1AAECA1653}"/>
              </a:ext>
            </a:extLst>
          </p:cNvPr>
          <p:cNvSpPr/>
          <p:nvPr/>
        </p:nvSpPr>
        <p:spPr>
          <a:xfrm flipV="1">
            <a:off x="4221934" y="3824537"/>
            <a:ext cx="301729" cy="446591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798543" y="3576"/>
                  <a:pt x="688310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40" name="Полилиния: фигура 39">
            <a:extLst>
              <a:ext uri="{FF2B5EF4-FFF2-40B4-BE49-F238E27FC236}">
                <a16:creationId xmlns:a16="http://schemas.microsoft.com/office/drawing/2014/main" id="{349C1BD1-1D8C-4A0B-A9E3-27840F407A88}"/>
              </a:ext>
            </a:extLst>
          </p:cNvPr>
          <p:cNvSpPr/>
          <p:nvPr/>
        </p:nvSpPr>
        <p:spPr>
          <a:xfrm>
            <a:off x="2824818" y="3783741"/>
            <a:ext cx="1684264" cy="484363"/>
          </a:xfrm>
          <a:custGeom>
            <a:avLst/>
            <a:gdLst>
              <a:gd name="connsiteX0" fmla="*/ 0 w 1686187"/>
              <a:gd name="connsiteY0" fmla="*/ 439819 h 439819"/>
              <a:gd name="connsiteX1" fmla="*/ 1686187 w 1686187"/>
              <a:gd name="connsiteY1" fmla="*/ 3591 h 439819"/>
              <a:gd name="connsiteX0" fmla="*/ 0 w 1686187"/>
              <a:gd name="connsiteY0" fmla="*/ 439930 h 439930"/>
              <a:gd name="connsiteX1" fmla="*/ 1686187 w 1686187"/>
              <a:gd name="connsiteY1" fmla="*/ 3702 h 439930"/>
              <a:gd name="connsiteX0" fmla="*/ 0 w 1686187"/>
              <a:gd name="connsiteY0" fmla="*/ 442456 h 442456"/>
              <a:gd name="connsiteX1" fmla="*/ 1686187 w 1686187"/>
              <a:gd name="connsiteY1" fmla="*/ 6228 h 442456"/>
              <a:gd name="connsiteX0" fmla="*/ 0 w 1665214"/>
              <a:gd name="connsiteY0" fmla="*/ 321238 h 321238"/>
              <a:gd name="connsiteX1" fmla="*/ 1665214 w 1665214"/>
              <a:gd name="connsiteY1" fmla="*/ 10845 h 321238"/>
              <a:gd name="connsiteX0" fmla="*/ 0 w 1665214"/>
              <a:gd name="connsiteY0" fmla="*/ 318151 h 318151"/>
              <a:gd name="connsiteX1" fmla="*/ 1665214 w 1665214"/>
              <a:gd name="connsiteY1" fmla="*/ 7758 h 318151"/>
              <a:gd name="connsiteX0" fmla="*/ 0 w 1665214"/>
              <a:gd name="connsiteY0" fmla="*/ 310393 h 310393"/>
              <a:gd name="connsiteX1" fmla="*/ 1665214 w 1665214"/>
              <a:gd name="connsiteY1" fmla="*/ 0 h 310393"/>
              <a:gd name="connsiteX0" fmla="*/ 0 w 1665214"/>
              <a:gd name="connsiteY0" fmla="*/ 310393 h 310393"/>
              <a:gd name="connsiteX1" fmla="*/ 1665214 w 1665214"/>
              <a:gd name="connsiteY1" fmla="*/ 0 h 310393"/>
              <a:gd name="connsiteX0" fmla="*/ 0 w 1665214"/>
              <a:gd name="connsiteY0" fmla="*/ 310393 h 310393"/>
              <a:gd name="connsiteX1" fmla="*/ 1665214 w 1665214"/>
              <a:gd name="connsiteY1" fmla="*/ 0 h 310393"/>
              <a:gd name="connsiteX0" fmla="*/ 0 w 1665214"/>
              <a:gd name="connsiteY0" fmla="*/ 310393 h 310393"/>
              <a:gd name="connsiteX1" fmla="*/ 1665214 w 1665214"/>
              <a:gd name="connsiteY1" fmla="*/ 0 h 310393"/>
              <a:gd name="connsiteX0" fmla="*/ 0 w 1684264"/>
              <a:gd name="connsiteY0" fmla="*/ 432221 h 432221"/>
              <a:gd name="connsiteX1" fmla="*/ 1684264 w 1684264"/>
              <a:gd name="connsiteY1" fmla="*/ 0 h 432221"/>
              <a:gd name="connsiteX0" fmla="*/ 0 w 1684264"/>
              <a:gd name="connsiteY0" fmla="*/ 432221 h 432221"/>
              <a:gd name="connsiteX1" fmla="*/ 1684264 w 1684264"/>
              <a:gd name="connsiteY1" fmla="*/ 0 h 432221"/>
              <a:gd name="connsiteX0" fmla="*/ 0 w 1684264"/>
              <a:gd name="connsiteY0" fmla="*/ 432221 h 432221"/>
              <a:gd name="connsiteX1" fmla="*/ 1684264 w 1684264"/>
              <a:gd name="connsiteY1" fmla="*/ 0 h 43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84264" h="432221">
                <a:moveTo>
                  <a:pt x="0" y="432221"/>
                </a:moveTo>
                <a:cubicBezTo>
                  <a:pt x="157118" y="92870"/>
                  <a:pt x="973996" y="101482"/>
                  <a:pt x="1684264" y="0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315" name="Полилиния: фигура 4">
            <a:extLst>
              <a:ext uri="{FF2B5EF4-FFF2-40B4-BE49-F238E27FC236}">
                <a16:creationId xmlns:a16="http://schemas.microsoft.com/office/drawing/2014/main" id="{3918267C-5695-4B7D-B8C9-647AEADEF715}"/>
              </a:ext>
            </a:extLst>
          </p:cNvPr>
          <p:cNvSpPr/>
          <p:nvPr/>
        </p:nvSpPr>
        <p:spPr>
          <a:xfrm rot="5400000" flipH="1">
            <a:off x="5016397" y="4400216"/>
            <a:ext cx="319610" cy="230505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611591" y="5450"/>
                  <a:pt x="1183727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316" name="Полилиния: фигура 4">
            <a:extLst>
              <a:ext uri="{FF2B5EF4-FFF2-40B4-BE49-F238E27FC236}">
                <a16:creationId xmlns:a16="http://schemas.microsoft.com/office/drawing/2014/main" id="{ED4E149E-BD7E-46D2-A3CF-B04F3B6ACCC1}"/>
              </a:ext>
            </a:extLst>
          </p:cNvPr>
          <p:cNvSpPr/>
          <p:nvPr/>
        </p:nvSpPr>
        <p:spPr>
          <a:xfrm rot="5400000" flipH="1" flipV="1">
            <a:off x="4084325" y="4649995"/>
            <a:ext cx="945982" cy="357318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611591" y="5450"/>
                  <a:pt x="1183727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317" name="Полилиния: фигура 4">
            <a:extLst>
              <a:ext uri="{FF2B5EF4-FFF2-40B4-BE49-F238E27FC236}">
                <a16:creationId xmlns:a16="http://schemas.microsoft.com/office/drawing/2014/main" id="{A487256A-CC78-43B3-A995-1E5E8F93C071}"/>
              </a:ext>
            </a:extLst>
          </p:cNvPr>
          <p:cNvSpPr/>
          <p:nvPr/>
        </p:nvSpPr>
        <p:spPr>
          <a:xfrm rot="5400000" flipH="1">
            <a:off x="5483203" y="4784328"/>
            <a:ext cx="1344867" cy="487537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611591" y="5450"/>
                  <a:pt x="1183727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318" name="Полилиния: фигура 4">
            <a:extLst>
              <a:ext uri="{FF2B5EF4-FFF2-40B4-BE49-F238E27FC236}">
                <a16:creationId xmlns:a16="http://schemas.microsoft.com/office/drawing/2014/main" id="{4F778C4A-F574-4274-87FA-6C890C88995B}"/>
              </a:ext>
            </a:extLst>
          </p:cNvPr>
          <p:cNvSpPr/>
          <p:nvPr/>
        </p:nvSpPr>
        <p:spPr>
          <a:xfrm flipH="1" flipV="1">
            <a:off x="6482379" y="4179827"/>
            <a:ext cx="3148994" cy="994052"/>
          </a:xfrm>
          <a:custGeom>
            <a:avLst/>
            <a:gdLst>
              <a:gd name="connsiteX0" fmla="*/ 0 w 1762760"/>
              <a:gd name="connsiteY0" fmla="*/ 0 h 203200"/>
              <a:gd name="connsiteX1" fmla="*/ 1762760 w 1762760"/>
              <a:gd name="connsiteY1" fmla="*/ 203200 h 203200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  <a:gd name="connsiteX0" fmla="*/ 0 w 1776648"/>
              <a:gd name="connsiteY0" fmla="*/ 0 h 526998"/>
              <a:gd name="connsiteX1" fmla="*/ 1776648 w 1776648"/>
              <a:gd name="connsiteY1" fmla="*/ 526998 h 52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6648" h="526998">
                <a:moveTo>
                  <a:pt x="0" y="0"/>
                </a:moveTo>
                <a:cubicBezTo>
                  <a:pt x="611591" y="5450"/>
                  <a:pt x="1183727" y="507534"/>
                  <a:pt x="1776648" y="526998"/>
                </a:cubicBezTo>
              </a:path>
            </a:pathLst>
          </a:custGeom>
          <a:noFill/>
          <a:ln>
            <a:solidFill>
              <a:srgbClr val="003262"/>
            </a:solidFill>
            <a:prstDash val="dash"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579"/>
          </a:p>
        </p:txBody>
      </p:sp>
      <p:sp>
        <p:nvSpPr>
          <p:cNvPr id="288" name="Прямоугольник: скругленные углы 149">
            <a:extLst>
              <a:ext uri="{FF2B5EF4-FFF2-40B4-BE49-F238E27FC236}">
                <a16:creationId xmlns:a16="http://schemas.microsoft.com/office/drawing/2014/main" id="{82BE806D-C66C-4CC9-9063-CAB09D9F5D41}"/>
              </a:ext>
            </a:extLst>
          </p:cNvPr>
          <p:cNvSpPr/>
          <p:nvPr/>
        </p:nvSpPr>
        <p:spPr>
          <a:xfrm>
            <a:off x="8455682" y="2986536"/>
            <a:ext cx="2232000" cy="1514904"/>
          </a:xfrm>
          <a:prstGeom prst="roundRect">
            <a:avLst>
              <a:gd name="adj" fmla="val 20412"/>
            </a:avLst>
          </a:prstGeom>
          <a:solidFill>
            <a:srgbClr val="00206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65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1CFCDBA3-C997-4FC5-BE6B-FE61B6C4F3AB}"/>
              </a:ext>
            </a:extLst>
          </p:cNvPr>
          <p:cNvSpPr txBox="1"/>
          <p:nvPr/>
        </p:nvSpPr>
        <p:spPr>
          <a:xfrm>
            <a:off x="9754804" y="3544608"/>
            <a:ext cx="1190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Mont Bold" pitchFamily="2" charset="0"/>
              </a:rPr>
              <a:t>9</a:t>
            </a:r>
            <a:r>
              <a:rPr lang="ru-RU" sz="1600" b="1" dirty="0">
                <a:solidFill>
                  <a:schemeClr val="bg1"/>
                </a:solidFill>
                <a:latin typeface="Mont Bold" pitchFamily="2" charset="0"/>
              </a:rPr>
              <a:t> </a:t>
            </a:r>
            <a:r>
              <a:rPr lang="ru-RU" sz="1000" b="1" dirty="0">
                <a:solidFill>
                  <a:schemeClr val="bg1"/>
                </a:solidFill>
                <a:latin typeface="Mont Bold" pitchFamily="2" charset="0"/>
              </a:rPr>
              <a:t>вузов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2146A133-6C27-4586-903E-8A1DBBC430CE}"/>
              </a:ext>
            </a:extLst>
          </p:cNvPr>
          <p:cNvSpPr txBox="1"/>
          <p:nvPr/>
        </p:nvSpPr>
        <p:spPr>
          <a:xfrm>
            <a:off x="8635793" y="3123692"/>
            <a:ext cx="630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Mont" panose="00000700000000000000" pitchFamily="2" charset="0"/>
              </a:rPr>
              <a:t>2024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C6370698-F84B-4E2A-B00B-D409E400A7DC}"/>
              </a:ext>
            </a:extLst>
          </p:cNvPr>
          <p:cNvSpPr txBox="1"/>
          <p:nvPr/>
        </p:nvSpPr>
        <p:spPr>
          <a:xfrm>
            <a:off x="9651593" y="3123692"/>
            <a:ext cx="7413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Mont" panose="00000700000000000000" pitchFamily="2" charset="0"/>
              </a:rPr>
              <a:t>2025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ED421E1-1888-43D3-8E01-E5EF5A24CE4E}"/>
              </a:ext>
            </a:extLst>
          </p:cNvPr>
          <p:cNvSpPr txBox="1"/>
          <p:nvPr/>
        </p:nvSpPr>
        <p:spPr>
          <a:xfrm>
            <a:off x="9726007" y="4022549"/>
            <a:ext cx="903329" cy="413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  <a:latin typeface="Mont Bold" pitchFamily="2" charset="0"/>
              </a:rPr>
              <a:t>~</a:t>
            </a:r>
            <a:r>
              <a:rPr lang="ru-RU" sz="1600" b="1" dirty="0">
                <a:solidFill>
                  <a:schemeClr val="bg1"/>
                </a:solidFill>
                <a:latin typeface="Mont Bold" pitchFamily="2" charset="0"/>
              </a:rPr>
              <a:t>800</a:t>
            </a:r>
          </a:p>
          <a:p>
            <a:pPr>
              <a:lnSpc>
                <a:spcPct val="90000"/>
              </a:lnSpc>
            </a:pPr>
            <a:r>
              <a:rPr lang="ru-RU" sz="700" b="1" dirty="0">
                <a:solidFill>
                  <a:schemeClr val="bg1"/>
                </a:solidFill>
                <a:latin typeface="Mont Bold" pitchFamily="2" charset="0"/>
              </a:rPr>
              <a:t>руководителей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694BB7D-B298-4533-9277-E32ED1EB9186}"/>
              </a:ext>
            </a:extLst>
          </p:cNvPr>
          <p:cNvGrpSpPr/>
          <p:nvPr/>
        </p:nvGrpSpPr>
        <p:grpSpPr>
          <a:xfrm>
            <a:off x="8458948" y="3469701"/>
            <a:ext cx="2228850" cy="478632"/>
            <a:chOff x="8145294" y="3538209"/>
            <a:chExt cx="2629060" cy="364447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4F361577-F49C-466F-BFAF-BC735FA3FE51}"/>
                </a:ext>
              </a:extLst>
            </p:cNvPr>
            <p:cNvCxnSpPr/>
            <p:nvPr/>
          </p:nvCxnSpPr>
          <p:spPr>
            <a:xfrm>
              <a:off x="8145294" y="3538209"/>
              <a:ext cx="262906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Прямая соединительная линия 324">
              <a:extLst>
                <a:ext uri="{FF2B5EF4-FFF2-40B4-BE49-F238E27FC236}">
                  <a16:creationId xmlns:a16="http://schemas.microsoft.com/office/drawing/2014/main" id="{ACD9917F-BD43-466C-90EE-DA01C208C8EA}"/>
                </a:ext>
              </a:extLst>
            </p:cNvPr>
            <p:cNvCxnSpPr/>
            <p:nvPr/>
          </p:nvCxnSpPr>
          <p:spPr>
            <a:xfrm>
              <a:off x="8145294" y="3902656"/>
              <a:ext cx="262906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8" name="Рисунок 327">
            <a:extLst>
              <a:ext uri="{FF2B5EF4-FFF2-40B4-BE49-F238E27FC236}">
                <a16:creationId xmlns:a16="http://schemas.microsoft.com/office/drawing/2014/main" id="{0A48E517-AF18-4CB8-9DB8-286A49BB9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921769" y="1752011"/>
            <a:ext cx="3478926" cy="1050599"/>
          </a:xfrm>
          <a:prstGeom prst="rect">
            <a:avLst/>
          </a:prstGeom>
        </p:spPr>
      </p:pic>
      <p:pic>
        <p:nvPicPr>
          <p:cNvPr id="329" name="Рисунок 328">
            <a:extLst>
              <a:ext uri="{FF2B5EF4-FFF2-40B4-BE49-F238E27FC236}">
                <a16:creationId xmlns:a16="http://schemas.microsoft.com/office/drawing/2014/main" id="{19CF5430-CF99-4748-B36C-4AC5E623E1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6248573" y="1614160"/>
            <a:ext cx="3206865" cy="1280213"/>
          </a:xfrm>
          <a:prstGeom prst="rect">
            <a:avLst/>
          </a:prstGeom>
        </p:spPr>
      </p:pic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0F094556-9010-4E59-9C3B-37011C5674AE}"/>
              </a:ext>
            </a:extLst>
          </p:cNvPr>
          <p:cNvGrpSpPr/>
          <p:nvPr/>
        </p:nvGrpSpPr>
        <p:grpSpPr>
          <a:xfrm>
            <a:off x="8719017" y="1603567"/>
            <a:ext cx="3206865" cy="1280213"/>
            <a:chOff x="10243954" y="2515202"/>
            <a:chExt cx="1838405" cy="733909"/>
          </a:xfrm>
        </p:grpSpPr>
        <p:pic>
          <p:nvPicPr>
            <p:cNvPr id="330" name="Рисунок 329">
              <a:extLst>
                <a:ext uri="{FF2B5EF4-FFF2-40B4-BE49-F238E27FC236}">
                  <a16:creationId xmlns:a16="http://schemas.microsoft.com/office/drawing/2014/main" id="{9E77E850-3EB1-4D6E-B9C3-86E4E3D7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 bwMode="auto">
            <a:xfrm>
              <a:off x="10243954" y="2515202"/>
              <a:ext cx="1838405" cy="733909"/>
            </a:xfrm>
            <a:prstGeom prst="rect">
              <a:avLst/>
            </a:prstGeom>
          </p:spPr>
        </p:pic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F3857EB9-FA23-482F-A618-86250FE850FC}"/>
                </a:ext>
              </a:extLst>
            </p:cNvPr>
            <p:cNvSpPr/>
            <p:nvPr/>
          </p:nvSpPr>
          <p:spPr>
            <a:xfrm>
              <a:off x="10617200" y="2932594"/>
              <a:ext cx="388938" cy="849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B5AAAB-0033-404A-AD99-F5D1C7134524}"/>
                </a:ext>
              </a:extLst>
            </p:cNvPr>
            <p:cNvSpPr txBox="1"/>
            <p:nvPr/>
          </p:nvSpPr>
          <p:spPr>
            <a:xfrm>
              <a:off x="10610346" y="2888694"/>
              <a:ext cx="633272" cy="158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rgbClr val="26A46D"/>
                  </a:solidFill>
                  <a:latin typeface="Mont Bold" panose="00000900000000000000" pitchFamily="2" charset="0"/>
                </a:rPr>
                <a:t>тяга</a:t>
              </a:r>
              <a:endParaRPr lang="ru-RU" sz="1000" dirty="0">
                <a:solidFill>
                  <a:srgbClr val="26A46D"/>
                </a:solidFill>
                <a:latin typeface="Mont Bold" panose="00000900000000000000" pitchFamily="2" charset="0"/>
              </a:endParaRPr>
            </a:p>
          </p:txBody>
        </p:sp>
      </p:grpSp>
      <p:pic>
        <p:nvPicPr>
          <p:cNvPr id="157" name="Рисунок 156">
            <a:extLst>
              <a:ext uri="{FF2B5EF4-FFF2-40B4-BE49-F238E27FC236}">
                <a16:creationId xmlns:a16="http://schemas.microsoft.com/office/drawing/2014/main" id="{E1AC00AB-8479-4F6B-B667-244334A99C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61780" y="193167"/>
            <a:ext cx="331424" cy="358004"/>
          </a:xfrm>
          <a:prstGeom prst="rect">
            <a:avLst/>
          </a:prstGeom>
        </p:spPr>
      </p:pic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6057D38B-96C6-443A-98A3-D4EFA8DBFC1A}"/>
              </a:ext>
            </a:extLst>
          </p:cNvPr>
          <p:cNvGrpSpPr/>
          <p:nvPr/>
        </p:nvGrpSpPr>
        <p:grpSpPr>
          <a:xfrm>
            <a:off x="4523893" y="3121921"/>
            <a:ext cx="2488722" cy="1221169"/>
            <a:chOff x="4634734" y="2994231"/>
            <a:chExt cx="1966020" cy="964689"/>
          </a:xfrm>
        </p:grpSpPr>
        <p:sp>
          <p:nvSpPr>
            <p:cNvPr id="287" name="Прямоугольник: скругленные углы 286">
              <a:extLst>
                <a:ext uri="{FF2B5EF4-FFF2-40B4-BE49-F238E27FC236}">
                  <a16:creationId xmlns:a16="http://schemas.microsoft.com/office/drawing/2014/main" id="{C2D8F676-05F8-4168-A999-DD86A4DB7E2D}"/>
                </a:ext>
              </a:extLst>
            </p:cNvPr>
            <p:cNvSpPr/>
            <p:nvPr/>
          </p:nvSpPr>
          <p:spPr>
            <a:xfrm>
              <a:off x="4634734" y="2994231"/>
              <a:ext cx="1966020" cy="964689"/>
            </a:xfrm>
            <a:prstGeom prst="roundRect">
              <a:avLst>
                <a:gd name="adj" fmla="val 4042"/>
              </a:avLst>
            </a:prstGeom>
            <a:solidFill>
              <a:schemeClr val="bg1"/>
            </a:solidFill>
            <a:ln w="15875">
              <a:solidFill>
                <a:srgbClr val="003262"/>
              </a:solidFill>
            </a:ln>
            <a:effectLst>
              <a:outerShdw blurRad="723900" sx="102000" sy="102000" algn="ctr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65"/>
            </a:p>
          </p:txBody>
        </p:sp>
        <p:pic>
          <p:nvPicPr>
            <p:cNvPr id="291" name="Рисунок 290">
              <a:extLst>
                <a:ext uri="{FF2B5EF4-FFF2-40B4-BE49-F238E27FC236}">
                  <a16:creationId xmlns:a16="http://schemas.microsoft.com/office/drawing/2014/main" id="{8153BB3C-8889-4B35-81E4-C70B95088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40200" y="3227387"/>
              <a:ext cx="1528828" cy="527182"/>
            </a:xfrm>
            <a:prstGeom prst="rect">
              <a:avLst/>
            </a:prstGeom>
          </p:spPr>
        </p:pic>
      </p:grpSp>
      <p:sp>
        <p:nvSpPr>
          <p:cNvPr id="321" name="TextBox 320">
            <a:extLst>
              <a:ext uri="{FF2B5EF4-FFF2-40B4-BE49-F238E27FC236}">
                <a16:creationId xmlns:a16="http://schemas.microsoft.com/office/drawing/2014/main" id="{80B27EE6-EAE0-4108-B31C-C85CFC76702B}"/>
              </a:ext>
            </a:extLst>
          </p:cNvPr>
          <p:cNvSpPr txBox="1"/>
          <p:nvPr/>
        </p:nvSpPr>
        <p:spPr>
          <a:xfrm>
            <a:off x="8657971" y="3544608"/>
            <a:ext cx="1012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Mont Bold" pitchFamily="2" charset="0"/>
              </a:rPr>
              <a:t>5 </a:t>
            </a:r>
            <a:r>
              <a:rPr lang="ru-RU" sz="1000" b="1" dirty="0">
                <a:solidFill>
                  <a:schemeClr val="bg1"/>
                </a:solidFill>
                <a:latin typeface="Mont Bold" pitchFamily="2" charset="0"/>
              </a:rPr>
              <a:t>вузов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D33B142D-6A3D-4626-B4B9-0A362D4A40E2}"/>
              </a:ext>
            </a:extLst>
          </p:cNvPr>
          <p:cNvSpPr txBox="1"/>
          <p:nvPr/>
        </p:nvSpPr>
        <p:spPr>
          <a:xfrm>
            <a:off x="8657970" y="4022549"/>
            <a:ext cx="939215" cy="413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bg1"/>
                </a:solidFill>
                <a:latin typeface="Mont Bold" pitchFamily="2" charset="0"/>
              </a:rPr>
              <a:t>400 </a:t>
            </a:r>
            <a:r>
              <a:rPr lang="ru-RU" sz="700" b="1" dirty="0">
                <a:solidFill>
                  <a:schemeClr val="bg1"/>
                </a:solidFill>
                <a:latin typeface="Mont Bold" pitchFamily="2" charset="0"/>
              </a:rPr>
              <a:t>руководителей</a:t>
            </a:r>
            <a:endParaRPr lang="ru-RU" sz="900" b="1" dirty="0">
              <a:solidFill>
                <a:schemeClr val="bg1"/>
              </a:solidFill>
              <a:latin typeface="Mont Bold" pitchFamily="2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DE2484B-99EF-4BE4-89DC-12DC760EC356}"/>
              </a:ext>
            </a:extLst>
          </p:cNvPr>
          <p:cNvCxnSpPr>
            <a:cxnSpLocks/>
            <a:stCxn id="288" idx="0"/>
            <a:endCxn id="288" idx="2"/>
          </p:cNvCxnSpPr>
          <p:nvPr/>
        </p:nvCxnSpPr>
        <p:spPr>
          <a:xfrm>
            <a:off x="9571682" y="2986536"/>
            <a:ext cx="0" cy="1514904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688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БРЕНД РАБОТОДАТЕЛЯ ОАО «РЖД»">
      <a:dk1>
        <a:srgbClr val="000000"/>
      </a:dk1>
      <a:lt1>
        <a:srgbClr val="FFFFFF"/>
      </a:lt1>
      <a:dk2>
        <a:srgbClr val="7F7F7F"/>
      </a:dk2>
      <a:lt2>
        <a:srgbClr val="F6F6F6"/>
      </a:lt2>
      <a:accent1>
        <a:srgbClr val="FF0000"/>
      </a:accent1>
      <a:accent2>
        <a:srgbClr val="FE8610"/>
      </a:accent2>
      <a:accent3>
        <a:srgbClr val="0AB673"/>
      </a:accent3>
      <a:accent4>
        <a:srgbClr val="9B3DC3"/>
      </a:accent4>
      <a:accent5>
        <a:srgbClr val="4A65C9"/>
      </a:accent5>
      <a:accent6>
        <a:srgbClr val="D9D9D9"/>
      </a:accent6>
      <a:hlink>
        <a:srgbClr val="FF0000"/>
      </a:hlink>
      <a:folHlink>
        <a:srgbClr val="B92315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{09A6B7C6-01EB-DA46-86D6-99A703775D68}tf16401369</Template>
  <TotalTime>6593</TotalTime>
  <Words>146</Words>
  <Application>Microsoft Office PowerPoint</Application>
  <PresentationFormat>Широкоэкранный</PresentationFormat>
  <Paragraphs>86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3" baseType="lpstr">
      <vt:lpstr>Akrobat Black</vt:lpstr>
      <vt:lpstr>Arial</vt:lpstr>
      <vt:lpstr>Calibri</vt:lpstr>
      <vt:lpstr>Calibri Light</vt:lpstr>
      <vt:lpstr>FSRAILWAY Book</vt:lpstr>
      <vt:lpstr>Mont</vt:lpstr>
      <vt:lpstr>Mont Black</vt:lpstr>
      <vt:lpstr>Mont Bold</vt:lpstr>
      <vt:lpstr>Verdana</vt:lpstr>
      <vt:lpstr>Wingdings</vt:lpstr>
      <vt:lpstr>Тема Office</vt:lpstr>
      <vt:lpstr>ПРОГРАММЫ РАЗВИТИЯ ПРОФЕССИОНАЛЬНЫХ КОМПЕТЕНЦИЙ</vt:lpstr>
      <vt:lpstr>ПРОФЕССИОНАЛЬНЫЕ КОМПЕТЕНЦИИ: МАСШТАБИРОВАНИЕ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Iaroslav Velikanov</dc:creator>
  <cp:lastModifiedBy>Musalaev Habib</cp:lastModifiedBy>
  <cp:revision>313</cp:revision>
  <cp:lastPrinted>2024-10-29T11:29:22Z</cp:lastPrinted>
  <dcterms:created xsi:type="dcterms:W3CDTF">2023-02-05T16:13:58Z</dcterms:created>
  <dcterms:modified xsi:type="dcterms:W3CDTF">2024-10-29T13:29:21Z</dcterms:modified>
</cp:coreProperties>
</file>